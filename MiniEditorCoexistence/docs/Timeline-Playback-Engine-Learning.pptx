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fb3d2d6dfd64780" /><Relationship Type="http://schemas.openxmlformats.org/officeDocument/2006/relationships/extended-properties" Target="/docProps/app.xml" Id="Rc8d6ee03b802445c" /><Relationship Type="http://schemas.openxmlformats.org/officeDocument/2006/relationships/officeDocument" Target="/ppt/presentation.xml" Id="Rb124b880e6c944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b7b462c529e442a"/>
  </p:sldMasterIdLst>
  <p:notesMasterIdLst>
    <p:notesMasterId xmlns:r="http://schemas.openxmlformats.org/officeDocument/2006/relationships" r:id="Rdd1c04ff052e45eb"/>
  </p:notesMasterIdLst>
  <p:sldIdLst>
    <p:sldId xmlns:r="http://schemas.openxmlformats.org/officeDocument/2006/relationships" id="256" r:id="R3ee5ea2515a34794"/>
    <p:sldId xmlns:r="http://schemas.openxmlformats.org/officeDocument/2006/relationships" id="257" r:id="Rfb98197509024d88"/>
    <p:sldId xmlns:r="http://schemas.openxmlformats.org/officeDocument/2006/relationships" id="258" r:id="R14eb3db0d7e247b0"/>
    <p:sldId xmlns:r="http://schemas.openxmlformats.org/officeDocument/2006/relationships" id="259" r:id="R9c19a87e29ef4a95"/>
    <p:sldId xmlns:r="http://schemas.openxmlformats.org/officeDocument/2006/relationships" id="260" r:id="R1b2d3cd215c14c20"/>
    <p:sldId xmlns:r="http://schemas.openxmlformats.org/officeDocument/2006/relationships" id="261" r:id="R74e3ca78d05348ee"/>
    <p:sldId xmlns:r="http://schemas.openxmlformats.org/officeDocument/2006/relationships" id="262" r:id="Re65eb6d3cf8b441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b7c18891254ddb" /><Relationship Type="http://schemas.openxmlformats.org/officeDocument/2006/relationships/slideMaster" Target="/ppt/slideMasters/slideMaster1.xml" Id="Rdb7b462c529e442a" /><Relationship Type="http://schemas.openxmlformats.org/officeDocument/2006/relationships/notesMaster" Target="/ppt/notesMasters/notesMaster1.xml" Id="Rdd1c04ff052e45eb" /><Relationship Type="http://schemas.openxmlformats.org/officeDocument/2006/relationships/presProps" Target="/ppt/presProps.xml" Id="R994f79871e2345c0" /><Relationship Type="http://schemas.openxmlformats.org/officeDocument/2006/relationships/tableStyles" Target="/ppt/tableStyles.xml" Id="R06064d71ed2b4a8a" /><Relationship Type="http://schemas.openxmlformats.org/officeDocument/2006/relationships/slide" Target="/ppt/slides/slide1.xml" Id="R3ee5ea2515a34794" /><Relationship Type="http://schemas.openxmlformats.org/officeDocument/2006/relationships/slide" Target="/ppt/slides/slide2.xml" Id="Rfb98197509024d88" /><Relationship Type="http://schemas.openxmlformats.org/officeDocument/2006/relationships/slide" Target="/ppt/slides/slide3.xml" Id="R14eb3db0d7e247b0" /><Relationship Type="http://schemas.openxmlformats.org/officeDocument/2006/relationships/slide" Target="/ppt/slides/slide4.xml" Id="R9c19a87e29ef4a95" /><Relationship Type="http://schemas.openxmlformats.org/officeDocument/2006/relationships/slide" Target="/ppt/slides/slide5.xml" Id="R1b2d3cd215c14c20" /><Relationship Type="http://schemas.openxmlformats.org/officeDocument/2006/relationships/slide" Target="/ppt/slides/slide6.xml" Id="R74e3ca78d05348ee" /><Relationship Type="http://schemas.openxmlformats.org/officeDocument/2006/relationships/slide" Target="/ppt/slides/slide7.xml" Id="Re65eb6d3cf8b441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81c00d458f48a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f2fc94d01245e1" /><Relationship Type="http://schemas.openxmlformats.org/officeDocument/2006/relationships/notesMaster" Target="/ppt/notesMasters/notesMaster1.xml" Id="Rd12397f82bb24d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ac629ccd7041d6" /><Relationship Type="http://schemas.openxmlformats.org/officeDocument/2006/relationships/notesMaster" Target="/ppt/notesMasters/notesMaster1.xml" Id="Reaa1fb5090974e6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c18ebc21e7a4994" /><Relationship Type="http://schemas.openxmlformats.org/officeDocument/2006/relationships/notesMaster" Target="/ppt/notesMasters/notesMaster1.xml" Id="R14b9afc2db5b46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edba8ad2774854" /><Relationship Type="http://schemas.openxmlformats.org/officeDocument/2006/relationships/notesMaster" Target="/ppt/notesMasters/notesMaster1.xml" Id="R91e12311d3d047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fdc1e31dc1a4c55" /><Relationship Type="http://schemas.openxmlformats.org/officeDocument/2006/relationships/notesMaster" Target="/ppt/notesMasters/notesMaster1.xml" Id="R94d3bd26e74e47f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54165412ee646f4" /><Relationship Type="http://schemas.openxmlformats.org/officeDocument/2006/relationships/notesMaster" Target="/ppt/notesMasters/notesMaster1.xml" Id="R025dcac7971647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7921ff501e45fa" /><Relationship Type="http://schemas.openxmlformats.org/officeDocument/2006/relationships/notesMaster" Target="/ppt/notesMasters/notesMaster1.xml" Id="Rb5de64419d814fc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D:/Qt/Samples/MiniEditorCoexistence/src/EditorSession.cpp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D:/Qt/Samples/MiniEditorCoexistence/src/MainFrame.cpp</a:t>
            </a:r>
          </a:p>
          <a:p xmlns:a="http://schemas.openxmlformats.org/drawingml/2006/main">
            <a:r>
              <a:t>- D:/Qt/Samples/MiniEditorCoexistence/src/QtMediaPlaybackBackend.cpp</a:t>
            </a:r>
          </a:p>
          <a:p xmlns:a="http://schemas.openxmlformats.org/drawingml/2006/main">
            <a:r>
              <a:t>- D:/Qt/Samples/MiniEditorCoexistence/src/PlaybackClockController.cpp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Target architecture is a project design proposal, not an external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  <a:p xmlns:a="http://schemas.openxmlformats.org/drawingml/2006/main">
            <a:r>
              <a:t>- Roadmap is the agreed project implementation plan.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D:/Qt/Samples/MiniEditorCoexistence/docs/architecture/current-playback-architecture.md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db294edfbd46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b984562e3444747" /><Relationship Type="http://schemas.openxmlformats.org/officeDocument/2006/relationships/slideLayout" Target="/ppt/slideLayouts/slideLayout1.xml" Id="Rec09efc1aa3a45f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09efc1aa3a45f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0e5db22644bba" /><Relationship Type="http://schemas.openxmlformats.org/officeDocument/2006/relationships/notesSlide" Target="/ppt/notesSlides/notesSlide1.xml" Id="Rb0c6f8887fb84e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c6a9218fc84da7" /><Relationship Type="http://schemas.openxmlformats.org/officeDocument/2006/relationships/notesSlide" Target="/ppt/notesSlides/notesSlide2.xml" Id="R5bc72b76c6a0484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27f4b1cc574b6d" /><Relationship Type="http://schemas.openxmlformats.org/officeDocument/2006/relationships/notesSlide" Target="/ppt/notesSlides/notesSlide3.xml" Id="Rc28313ae564d4f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9982518e454408" /><Relationship Type="http://schemas.openxmlformats.org/officeDocument/2006/relationships/notesSlide" Target="/ppt/notesSlides/notesSlide4.xml" Id="Rb4f5e62513a04b2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e7c98e646c4943" /><Relationship Type="http://schemas.openxmlformats.org/officeDocument/2006/relationships/notesSlide" Target="/ppt/notesSlides/notesSlide5.xml" Id="R0d827e6d280b464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f7c810fb0c42c6" /><Relationship Type="http://schemas.openxmlformats.org/officeDocument/2006/relationships/notesSlide" Target="/ppt/notesSlides/notesSlide6.xml" Id="R02b045d5ed6044a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e979802f8e4493" /><Relationship Type="http://schemas.openxmlformats.org/officeDocument/2006/relationships/notesSlide" Target="/ppt/notesSlides/notesSlide7.xml" Id="Rddb7f661a1a645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497D679-99E6-41DC-AF29-20A9714E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MFC + Qt COEXISTENCE STUDY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EF1A71F7-F93C-4C07-99E8-B8DEBC83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9525000" cy="2238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/>
          <a:lstStyle xmlns:a="http://schemas.openxmlformats.org/drawingml/2006/main"/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</a:t>
            </a:r>
          </a:p>
          <a:p xmlns:a="http://schemas.openxmlformats.org/drawingml/2006/main">
            <a:pPr algn="l">
              <a:buNone/>
              <a:defRPr sz="58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Engine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98761B52-D98C-4C35-9A19-4AD6DA717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A living architecture and learning journal</a:t>
            </a:r>
          </a:p>
        </p:txBody>
      </p:sp>
      <p:sp>
        <p:nvSpPr>
          <p:cNvPr id="4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0FF7EF36-2046-47F7-8227-14E80633D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ADR-001 through ADR-005 accepted · implementation next</a:t>
            </a:r>
          </a:p>
        </p:txBody>
      </p:sp>
    </p:spTree>
    <p:extLst>
      <p:ext uri="{BB962C8B-B14F-4D97-AF65-F5344CB8AC3E}">
        <p14:creationId xmlns:p14="http://schemas.microsoft.com/office/powerpoint/2010/main" val="22073640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774E9D1-5D6E-44BA-8914-57A2CEBF5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current editor has two playback clocks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6DB7E-DFE3-42E8-8A90-96595A442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2-number">
            <a:extLst xmlns:a="http://schemas.openxmlformats.org/drawingml/2006/main">
              <a:ext uri="{FF2B5EF4-FFF2-40B4-BE49-F238E27FC236}">
                <a16:creationId xmlns:a16="http://schemas.microsoft.com/office/drawing/2014/main" id="{3A11D736-C773-4D6F-8855-93759554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" name="source-heading">
            <a:extLst xmlns:a="http://schemas.openxmlformats.org/drawingml/2006/main">
              <a:ext uri="{FF2B5EF4-FFF2-40B4-BE49-F238E27FC236}">
                <a16:creationId xmlns:a16="http://schemas.microsoft.com/office/drawing/2014/main" id="{D2BDCCFF-E81D-4E79-A00D-9AD15D93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SOURCE PREVIEW</a:t>
            </a:r>
          </a:p>
        </p:txBody>
      </p:sp>
      <p:sp>
        <p:nvSpPr>
          <p:cNvPr id="5" name="source-body">
            <a:extLst xmlns:a="http://schemas.openxmlformats.org/drawingml/2006/main">
              <a:ext uri="{FF2B5EF4-FFF2-40B4-BE49-F238E27FC236}">
                <a16:creationId xmlns:a16="http://schemas.microsoft.com/office/drawing/2014/main" id="{E75AB5A9-9FEE-49FD-B9DD-4CD6786A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4953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QMediaPlayer is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Its position callbacks update EditorSession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Decoded video arrives through QVideoSink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23D38E-74DE-44E5-9BD0-8A253241A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99C3E9-857C-4333-893B-7BC78C57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76400"/>
            <a:ext cx="0" cy="3714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timeline-heading">
            <a:extLst xmlns:a="http://schemas.openxmlformats.org/drawingml/2006/main">
              <a:ext uri="{FF2B5EF4-FFF2-40B4-BE49-F238E27FC236}">
                <a16:creationId xmlns:a16="http://schemas.microsoft.com/office/drawing/2014/main" id="{709074FF-F166-4F15-B925-15A261C9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TIMELINE PREVIEW</a:t>
            </a:r>
          </a:p>
        </p:txBody>
      </p:sp>
      <p:sp>
        <p:nvSpPr>
          <p:cNvPr id="9" name="timeline-body">
            <a:extLst xmlns:a="http://schemas.openxmlformats.org/drawingml/2006/main">
              <a:ext uri="{FF2B5EF4-FFF2-40B4-BE49-F238E27FC236}">
                <a16:creationId xmlns:a16="http://schemas.microsoft.com/office/drawing/2014/main" id="{1332DE6A-42A0-47E2-9A5A-D0EB938A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47900"/>
            <a:ext cx="51435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 + EditorSession are authoritative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timer advances one timeline frame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Players follow resolved V1 and A1 sources</a:t>
            </a:r>
          </a:p>
        </p:txBody>
      </p:sp>
      <p:sp>
        <p:nvSpPr>
          <p:cNvPr id="10" name="two-clocks-takeaway">
            <a:extLst xmlns:a="http://schemas.openxmlformats.org/drawingml/2006/main">
              <a:ext uri="{FF2B5EF4-FFF2-40B4-BE49-F238E27FC236}">
                <a16:creationId xmlns:a16="http://schemas.microsoft.com/office/drawing/2014/main" id="{8D210114-E78A-446A-945C-4966CB0DA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meaning of “current time” changes with preview context.</a:t>
            </a:r>
          </a:p>
        </p:txBody>
      </p:sp>
    </p:spTree>
    <p:extLst>
      <p:ext uri="{BB962C8B-B14F-4D97-AF65-F5344CB8AC3E}">
        <p14:creationId xmlns:p14="http://schemas.microsoft.com/office/powerpoint/2010/main" val="39017631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583E5CF8-A8A3-4F3E-BB17-400A06C9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playback coordinates three authorities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C4FE14-CCEA-4BAC-B9AD-4562DE18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3-number">
            <a:extLst xmlns:a="http://schemas.openxmlformats.org/drawingml/2006/main">
              <a:ext uri="{FF2B5EF4-FFF2-40B4-BE49-F238E27FC236}">
                <a16:creationId xmlns:a16="http://schemas.microsoft.com/office/drawing/2014/main" id="{7A37F558-F95E-4BDE-AE01-230CFEE11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D0A53-F317-449F-95C3-34383C23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E4DBD9-6FE0-4B13-9478-5CF0E4692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83E17-2A11-49CD-81CA-CF8B91CA4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4C4F5-54D6-48A9-AC6D-8663BD7CB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00375"/>
            <a:ext cx="4000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current-mfc">
            <a:extLst xmlns:a="http://schemas.openxmlformats.org/drawingml/2006/main">
              <a:ext uri="{FF2B5EF4-FFF2-40B4-BE49-F238E27FC236}">
                <a16:creationId xmlns:a16="http://schemas.microsoft.com/office/drawing/2014/main" id="{51D8ACAE-53EF-4932-8B04-D1B5066FB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MFC timer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33 ms cadence</a:t>
            </a:r>
          </a:p>
        </p:txBody>
      </p:sp>
      <p:sp>
        <p:nvSpPr>
          <p:cNvPr id="9" name="current-session">
            <a:extLst xmlns:a="http://schemas.openxmlformats.org/drawingml/2006/main">
              <a:ext uri="{FF2B5EF4-FFF2-40B4-BE49-F238E27FC236}">
                <a16:creationId xmlns:a16="http://schemas.microsoft.com/office/drawing/2014/main" id="{7DA44228-8236-435B-918C-69534162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EditorSession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 head</a:t>
            </a:r>
          </a:p>
        </p:txBody>
      </p:sp>
      <p:sp>
        <p:nvSpPr>
          <p:cNvPr id="10" name="current-resolver">
            <a:extLst xmlns:a="http://schemas.openxmlformats.org/drawingml/2006/main">
              <a:ext uri="{FF2B5EF4-FFF2-40B4-BE49-F238E27FC236}">
                <a16:creationId xmlns:a16="http://schemas.microsoft.com/office/drawing/2014/main" id="{5BB21C0F-B35A-412D-882B-5D1E2C58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current-players">
            <a:extLst xmlns:a="http://schemas.openxmlformats.org/drawingml/2006/main">
              <a:ext uri="{FF2B5EF4-FFF2-40B4-BE49-F238E27FC236}">
                <a16:creationId xmlns:a16="http://schemas.microsoft.com/office/drawing/2014/main" id="{ACCADD01-7B4C-46EF-8A41-8D8B9908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V1 player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A1 player</a:t>
            </a:r>
          </a:p>
        </p:txBody>
      </p:sp>
      <p:sp>
        <p:nvSpPr>
          <p:cNvPr id="12" name="current-output">
            <a:extLst xmlns:a="http://schemas.openxmlformats.org/drawingml/2006/main">
              <a:ext uri="{FF2B5EF4-FFF2-40B4-BE49-F238E27FC236}">
                <a16:creationId xmlns:a16="http://schemas.microsoft.com/office/drawing/2014/main" id="{BFE55502-D479-4532-9791-E37690AE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552700"/>
            <a:ext cx="17145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3" name="authority-label-1">
            <a:extLst xmlns:a="http://schemas.openxmlformats.org/drawingml/2006/main">
              <a:ext uri="{FF2B5EF4-FFF2-40B4-BE49-F238E27FC236}">
                <a16:creationId xmlns:a16="http://schemas.microsoft.com/office/drawing/2014/main" id="{ADD3F5B5-89D0-4634-B7B8-5E6299272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clock</a:t>
            </a:r>
          </a:p>
        </p:txBody>
      </p:sp>
      <p:sp>
        <p:nvSpPr>
          <p:cNvPr id="14" name="authority-label-2">
            <a:extLst xmlns:a="http://schemas.openxmlformats.org/drawingml/2006/main">
              <a:ext uri="{FF2B5EF4-FFF2-40B4-BE49-F238E27FC236}">
                <a16:creationId xmlns:a16="http://schemas.microsoft.com/office/drawing/2014/main" id="{8FC2B4BF-C82C-4AD3-B53A-6B574E254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state</a:t>
            </a:r>
          </a:p>
        </p:txBody>
      </p:sp>
      <p:sp>
        <p:nvSpPr>
          <p:cNvPr id="15" name="authority-label-3">
            <a:extLst xmlns:a="http://schemas.openxmlformats.org/drawingml/2006/main">
              <a:ext uri="{FF2B5EF4-FFF2-40B4-BE49-F238E27FC236}">
                <a16:creationId xmlns:a16="http://schemas.microsoft.com/office/drawing/2014/main" id="{B932EC3F-6955-4997-B747-EAD38E3D0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0005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5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media clocks</a:t>
            </a:r>
          </a:p>
        </p:txBody>
      </p:sp>
      <p:sp>
        <p:nvSpPr>
          <p:cNvPr id="16" name="current-flow-takeaway">
            <a:extLst xmlns:a="http://schemas.openxmlformats.org/drawingml/2006/main">
              <a:ext uri="{FF2B5EF4-FFF2-40B4-BE49-F238E27FC236}">
                <a16:creationId xmlns:a16="http://schemas.microsoft.com/office/drawing/2014/main" id="{ED1ED37C-09DD-4DBB-92D2-58CE80E1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43500"/>
            <a:ext cx="1000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begin from related positions, but no master clock measures drift.</a:t>
            </a:r>
          </a:p>
        </p:txBody>
      </p:sp>
    </p:spTree>
    <p:extLst>
      <p:ext uri="{BB962C8B-B14F-4D97-AF65-F5344CB8AC3E}">
        <p14:creationId xmlns:p14="http://schemas.microsoft.com/office/powerpoint/2010/main" val="831509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DBE0BFBC-613D-4BB4-BD21-BD5206BC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playback session is the authority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A054C-0745-41B0-A25D-6F1D8869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4-number">
            <a:extLst xmlns:a="http://schemas.openxmlformats.org/drawingml/2006/main">
              <a:ext uri="{FF2B5EF4-FFF2-40B4-BE49-F238E27FC236}">
                <a16:creationId xmlns:a16="http://schemas.microsoft.com/office/drawing/2014/main" id="{3E1A74BE-0C25-49EA-81AA-4A1F576C2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DB866-BD84-45A4-9A7B-2B0BBAD3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F36BAC-33D6-426E-848C-1AAE68175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1C8B1A-95A0-4802-BFF5-ED948EB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CA670-283F-4DCC-9A26-DAE7AAFB0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900773-2DA2-4DF3-8C50-9A17AFDD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90850"/>
            <a:ext cx="3238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9" name="target-snapshot">
            <a:extLst xmlns:a="http://schemas.openxmlformats.org/drawingml/2006/main">
              <a:ext uri="{FF2B5EF4-FFF2-40B4-BE49-F238E27FC236}">
                <a16:creationId xmlns:a16="http://schemas.microsoft.com/office/drawing/2014/main" id="{E132AA74-119C-47C6-87E6-EF655A7E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snapshot</a:t>
            </a:r>
          </a:p>
        </p:txBody>
      </p:sp>
      <p:sp>
        <p:nvSpPr>
          <p:cNvPr id="10" name="target-resolver">
            <a:extLst xmlns:a="http://schemas.openxmlformats.org/drawingml/2006/main">
              <a:ext uri="{FF2B5EF4-FFF2-40B4-BE49-F238E27FC236}">
                <a16:creationId xmlns:a16="http://schemas.microsoft.com/office/drawing/2014/main" id="{9076FF78-C69F-4725-9D55-10BA44C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Timeline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resolver</a:t>
            </a:r>
          </a:p>
        </p:txBody>
      </p:sp>
      <p:sp>
        <p:nvSpPr>
          <p:cNvPr id="11" name="target-decode">
            <a:extLst xmlns:a="http://schemas.openxmlformats.org/drawingml/2006/main">
              <a:ext uri="{FF2B5EF4-FFF2-40B4-BE49-F238E27FC236}">
                <a16:creationId xmlns:a16="http://schemas.microsoft.com/office/drawing/2014/main" id="{C2C0CCF0-C115-465C-B0BE-DB3CC0BE3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Async video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decode</a:t>
            </a:r>
          </a:p>
        </p:txBody>
      </p:sp>
      <p:sp>
        <p:nvSpPr>
          <p:cNvPr id="12" name="target-scheduler">
            <a:extLst xmlns:a="http://schemas.openxmlformats.org/drawingml/2006/main">
              <a:ext uri="{FF2B5EF4-FFF2-40B4-BE49-F238E27FC236}">
                <a16:creationId xmlns:a16="http://schemas.microsoft.com/office/drawing/2014/main" id="{E90819B5-3213-4671-A4BC-C91ED0F83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Scheduler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+ master clock</a:t>
            </a:r>
          </a:p>
        </p:txBody>
      </p:sp>
      <p:sp>
        <p:nvSpPr>
          <p:cNvPr id="13" name="target-compositor">
            <a:extLst xmlns:a="http://schemas.openxmlformats.org/drawingml/2006/main">
              <a:ext uri="{FF2B5EF4-FFF2-40B4-BE49-F238E27FC236}">
                <a16:creationId xmlns:a16="http://schemas.microsoft.com/office/drawing/2014/main" id="{6D189BE3-0A7A-49F1-9A2C-270A891E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Compositor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frame queue</a:t>
            </a:r>
          </a:p>
        </p:txBody>
      </p:sp>
      <p:sp>
        <p:nvSpPr>
          <p:cNvPr id="14" name="target-output">
            <a:extLst xmlns:a="http://schemas.openxmlformats.org/drawingml/2006/main">
              <a:ext uri="{FF2B5EF4-FFF2-40B4-BE49-F238E27FC236}">
                <a16:creationId xmlns:a16="http://schemas.microsoft.com/office/drawing/2014/main" id="{2E356339-4BAC-49DB-8058-A5E3563E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571750"/>
            <a:ext cx="152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Preview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+ audio output</a:t>
            </a:r>
          </a:p>
        </p:txBody>
      </p:sp>
      <p:sp>
        <p:nvSpPr>
          <p:cNvPr id="15" name="target-takeaway">
            <a:extLst xmlns:a="http://schemas.openxmlformats.org/drawingml/2006/main">
              <a:ext uri="{FF2B5EF4-FFF2-40B4-BE49-F238E27FC236}">
                <a16:creationId xmlns:a16="http://schemas.microsoft.com/office/drawing/2014/main" id="{D8FC3A78-54FB-475D-839E-2DE37EDC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UI focus may request playback; it never defines transport identity.</a:t>
            </a:r>
          </a:p>
        </p:txBody>
      </p:sp>
    </p:spTree>
    <p:extLst>
      <p:ext uri="{BB962C8B-B14F-4D97-AF65-F5344CB8AC3E}">
        <p14:creationId xmlns:p14="http://schemas.microsoft.com/office/powerpoint/2010/main" val="120863659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Every design decision must answer four questions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OWNERSHIP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 is allowed to mutate this state?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AUTHORITY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Whose answer wins when clocks disagree?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THREAD AFFINITY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may this object be called and destroyed?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STALE WORK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is an obsolete async result rejected?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11B525D3-EC88-487B-803E-CFC0BF03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Five accepted contracts shape the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16D8E9-D62C-477D-915C-68AC7F6E9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6-number">
            <a:extLst xmlns:a="http://schemas.openxmlformats.org/drawingml/2006/main">
              <a:ext uri="{FF2B5EF4-FFF2-40B4-BE49-F238E27FC236}">
                <a16:creationId xmlns:a16="http://schemas.microsoft.com/office/drawing/2014/main" id="{B1DC809D-9DF8-4914-BC3B-1C38E6A47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37A133-E5EF-4180-BEEC-937EE035F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CD0A24-2818-432F-8C62-04265AF29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D6927-900C-4203-8DCB-1D004F63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FE1BD-9AE6-4BFE-A6B6-99FCF71ED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242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D8DFF"/>
          </a:solidFill>
          <a:ln xmlns:a="http://schemas.openxmlformats.org/drawingml/2006/main" w="0">
            <a:solidFill>
              <a:srgbClr val="3D8DFF"/>
            </a:solidFill>
            <a:prstDash val="solid"/>
          </a:ln>
        </p:spPr>
      </p:sp>
      <p:sp>
        <p:nvSpPr>
          <p:cNvPr id="8" name="roadmap-label-1">
            <a:extLst xmlns:a="http://schemas.openxmlformats.org/drawingml/2006/main">
              <a:ext uri="{FF2B5EF4-FFF2-40B4-BE49-F238E27FC236}">
                <a16:creationId xmlns:a16="http://schemas.microsoft.com/office/drawing/2014/main" id="{46BCD131-2940-4988-B7F2-1078508E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9" name="roadmap-label-2">
            <a:extLst xmlns:a="http://schemas.openxmlformats.org/drawingml/2006/main">
              <a:ext uri="{FF2B5EF4-FFF2-40B4-BE49-F238E27FC236}">
                <a16:creationId xmlns:a16="http://schemas.microsoft.com/office/drawing/2014/main" id="{96B2C4E2-6C36-444E-B895-3C2ED503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289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0" name="roadmap-label-3">
            <a:extLst xmlns:a="http://schemas.openxmlformats.org/drawingml/2006/main">
              <a:ext uri="{FF2B5EF4-FFF2-40B4-BE49-F238E27FC236}">
                <a16:creationId xmlns:a16="http://schemas.microsoft.com/office/drawing/2014/main" id="{C4B31627-4E21-4010-B3FE-2603CB7D2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6289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62666D"/>
                </a:solidFill>
                <a:latin typeface="Arial"/>
                <a:ea typeface="Arial"/>
                <a:cs typeface="Arial"/>
              </a:rPr>
              <a:t>ACCEPTED</a:t>
            </a:r>
          </a:p>
        </p:txBody>
      </p:sp>
      <p:sp>
        <p:nvSpPr>
          <p:cNvPr id="11" name="roadmap-title-1">
            <a:extLst xmlns:a="http://schemas.openxmlformats.org/drawingml/2006/main">
              <a:ext uri="{FF2B5EF4-FFF2-40B4-BE49-F238E27FC236}">
                <a16:creationId xmlns:a16="http://schemas.microsoft.com/office/drawing/2014/main" id="{46C05D83-4D11-4A84-A469-2D2315B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Time contracts</a:t>
            </a:r>
          </a:p>
        </p:txBody>
      </p:sp>
      <p:sp>
        <p:nvSpPr>
          <p:cNvPr id="12" name="roadmap-body-1">
            <a:extLst xmlns:a="http://schemas.openxmlformats.org/drawingml/2006/main">
              <a:ext uri="{FF2B5EF4-FFF2-40B4-BE49-F238E27FC236}">
                <a16:creationId xmlns:a16="http://schemas.microsoft.com/office/drawing/2014/main" id="{10DEA334-8A27-4084-86BD-7204C9F9B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ADR-001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 strong types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conversions</a:t>
            </a:r>
          </a:p>
        </p:txBody>
      </p:sp>
      <p:sp>
        <p:nvSpPr>
          <p:cNvPr id="13" name="roadmap-title-2">
            <a:extLst xmlns:a="http://schemas.openxmlformats.org/drawingml/2006/main">
              <a:ext uri="{FF2B5EF4-FFF2-40B4-BE49-F238E27FC236}">
                <a16:creationId xmlns:a16="http://schemas.microsoft.com/office/drawing/2014/main" id="{4D5018C2-F602-4BB4-98B7-AC0C5C5BC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1475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Authority + state</a:t>
            </a:r>
          </a:p>
        </p:txBody>
      </p:sp>
      <p:sp>
        <p:nvSpPr>
          <p:cNvPr id="14" name="roadmap-body-2">
            <a:extLst xmlns:a="http://schemas.openxmlformats.org/drawingml/2006/main">
              <a:ext uri="{FF2B5EF4-FFF2-40B4-BE49-F238E27FC236}">
                <a16:creationId xmlns:a16="http://schemas.microsoft.com/office/drawing/2014/main" id="{984A81D3-F199-4BC7-AADC-76972A380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210050"/>
            <a:ext cx="285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ADR-002 + ADR-003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transport authority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Immutable async state</a:t>
            </a:r>
          </a:p>
        </p:txBody>
      </p:sp>
      <p:sp>
        <p:nvSpPr>
          <p:cNvPr id="15" name="roadmap-title-3">
            <a:extLst xmlns:a="http://schemas.openxmlformats.org/drawingml/2006/main">
              <a:ext uri="{FF2B5EF4-FFF2-40B4-BE49-F238E27FC236}">
                <a16:creationId xmlns:a16="http://schemas.microsoft.com/office/drawing/2014/main" id="{B51DEF46-40A6-41B5-830E-2AEE30D83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1475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Clock + threads</a:t>
            </a:r>
          </a:p>
        </p:txBody>
      </p:sp>
      <p:sp>
        <p:nvSpPr>
          <p:cNvPr id="16" name="roadmap-body-3">
            <a:extLst xmlns:a="http://schemas.openxmlformats.org/drawingml/2006/main">
              <a:ext uri="{FF2B5EF4-FFF2-40B4-BE49-F238E27FC236}">
                <a16:creationId xmlns:a16="http://schemas.microsoft.com/office/drawing/2014/main" id="{9ACF73C1-5717-4E54-8FA0-BFE8F786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ADR-004 + ADR-005 accepted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Master-clock policy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Explicit thread boundaries</a:t>
            </a:r>
          </a:p>
        </p:txBody>
      </p:sp>
    </p:spTree>
    <p:extLst>
      <p:ext uri="{BB962C8B-B14F-4D97-AF65-F5344CB8AC3E}">
        <p14:creationId xmlns:p14="http://schemas.microsoft.com/office/powerpoint/2010/main" val="207467379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5A14D27E-0B2E-4A67-9733-B580C762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00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identities reject three kinds of stale work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90A24A-AC53-4984-80FE-4C806147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811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3" name="slide-5-number">
            <a:extLst xmlns:a="http://schemas.openxmlformats.org/drawingml/2006/main">
              <a:ext uri="{FF2B5EF4-FFF2-40B4-BE49-F238E27FC236}">
                <a16:creationId xmlns:a16="http://schemas.microsoft.com/office/drawing/2014/main" id="{F1E9F118-7AB7-4B30-BB8D-B522EB43F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62666D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666D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" name="lens-ownership-title">
            <a:extLst xmlns:a="http://schemas.openxmlformats.org/drawingml/2006/main">
              <a:ext uri="{FF2B5EF4-FFF2-40B4-BE49-F238E27FC236}">
                <a16:creationId xmlns:a16="http://schemas.microsoft.com/office/drawing/2014/main" id="{E861B54C-D306-418C-BD7B-F64ABEF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SNAPSHOT REVISION</a:t>
            </a:r>
          </a:p>
        </p:txBody>
      </p:sp>
      <p:sp>
        <p:nvSpPr>
          <p:cNvPr id="5" name="lens-ownership-body">
            <a:extLst xmlns:a="http://schemas.openxmlformats.org/drawingml/2006/main">
              <a:ext uri="{FF2B5EF4-FFF2-40B4-BE49-F238E27FC236}">
                <a16:creationId xmlns:a16="http://schemas.microsoft.com/office/drawing/2014/main" id="{4F17BE9A-1B9C-4A50-A208-5FC4FEB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committed editor state does playback read?</a:t>
            </a:r>
          </a:p>
        </p:txBody>
      </p:sp>
      <p:sp>
        <p:nvSpPr>
          <p:cNvPr id="6" name="lens-authority-title">
            <a:extLst xmlns:a="http://schemas.openxmlformats.org/drawingml/2006/main">
              <a:ext uri="{FF2B5EF4-FFF2-40B4-BE49-F238E27FC236}">
                <a16:creationId xmlns:a16="http://schemas.microsoft.com/office/drawing/2014/main" id="{D7C4E810-0056-4796-B563-DF37CAA22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8859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PLAYBACK GENERATION</a:t>
            </a:r>
          </a:p>
        </p:txBody>
      </p:sp>
      <p:sp>
        <p:nvSpPr>
          <p:cNvPr id="7" name="lens-authority-body">
            <a:extLst xmlns:a="http://schemas.openxmlformats.org/drawingml/2006/main">
              <a:ext uri="{FF2B5EF4-FFF2-40B4-BE49-F238E27FC236}">
                <a16:creationId xmlns:a16="http://schemas.microsoft.com/office/drawing/2014/main" id="{6EDD8EC1-0AD6-4651-BA84-6F101BE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812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transport epoch may affect playback?</a:t>
            </a:r>
          </a:p>
        </p:txBody>
      </p:sp>
      <p:sp>
        <p:nvSpPr>
          <p:cNvPr id="8" name="lens-thread-title">
            <a:extLst xmlns:a="http://schemas.openxmlformats.org/drawingml/2006/main">
              <a:ext uri="{FF2B5EF4-FFF2-40B4-BE49-F238E27FC236}">
                <a16:creationId xmlns:a16="http://schemas.microsoft.com/office/drawing/2014/main" id="{E76A7AFC-A12A-4F4D-B584-52319093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PRESENTATION REQUEST</a:t>
            </a:r>
          </a:p>
        </p:txBody>
      </p:sp>
      <p:sp>
        <p:nvSpPr>
          <p:cNvPr id="9" name="lens-thread-body">
            <a:extLst xmlns:a="http://schemas.openxmlformats.org/drawingml/2006/main">
              <a:ext uri="{FF2B5EF4-FFF2-40B4-BE49-F238E27FC236}">
                <a16:creationId xmlns:a16="http://schemas.microsoft.com/office/drawing/2014/main" id="{20D295AD-7235-433D-A6DD-ED702FE9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valid frame does this viewport want now?</a:t>
            </a:r>
          </a:p>
        </p:txBody>
      </p:sp>
      <p:sp>
        <p:nvSpPr>
          <p:cNvPr id="10" name="lens-stale-title">
            <a:extLst xmlns:a="http://schemas.openxmlformats.org/drawingml/2006/main">
              <a:ext uri="{FF2B5EF4-FFF2-40B4-BE49-F238E27FC236}">
                <a16:creationId xmlns:a16="http://schemas.microsoft.com/office/drawing/2014/main" id="{331079D4-25D6-4ECD-87E2-4F0A2033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052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ACCEPTANCE RULE</a:t>
            </a:r>
          </a:p>
        </p:txBody>
      </p:sp>
      <p:sp>
        <p:nvSpPr>
          <p:cNvPr id="11" name="lens-stale-body">
            <a:extLst xmlns:a="http://schemas.openxmlformats.org/drawingml/2006/main">
              <a:ext uri="{FF2B5EF4-FFF2-40B4-BE49-F238E27FC236}">
                <a16:creationId xmlns:a16="http://schemas.microsoft.com/office/drawing/2014/main" id="{3D5369FF-BC9C-40E4-894A-99536B5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00550"/>
            <a:ext cx="4762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relevant identities must still match.</a:t>
            </a:r>
          </a:p>
        </p:txBody>
      </p:sp>
    </p:spTree>
    <p:extLst>
      <p:ext uri="{BB962C8B-B14F-4D97-AF65-F5344CB8AC3E}">
        <p14:creationId xmlns:p14="http://schemas.microsoft.com/office/powerpoint/2010/main" val="19063650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2026-09-02T10:07:22.9630000Z</dcterms:created>
  <dcterms:modified xsi:type="dcterms:W3CDTF">2026-09-02T10:07:22.9630000Z</dcterms:modified>
</coreProperties>
</file>