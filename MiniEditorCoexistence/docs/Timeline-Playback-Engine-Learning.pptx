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fcbfad84a44aff" /><Relationship Type="http://schemas.openxmlformats.org/officeDocument/2006/relationships/extended-properties" Target="/docProps/app.xml" Id="Re38967c0e67c48ab" /><Relationship Type="http://schemas.openxmlformats.org/officeDocument/2006/relationships/officeDocument" Target="/ppt/presentation.xml" Id="Rf2dd5ae27ab746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8f3930fdb7451d"/>
  </p:sldMasterIdLst>
  <p:notesMasterIdLst>
    <p:notesMasterId xmlns:r="http://schemas.openxmlformats.org/officeDocument/2006/relationships" r:id="R5b53eb806bc74f87"/>
  </p:notesMasterIdLst>
  <p:sldIdLst>
    <p:sldId xmlns:r="http://schemas.openxmlformats.org/officeDocument/2006/relationships" id="256" r:id="R843cec3b67ed469f"/>
    <p:sldId xmlns:r="http://schemas.openxmlformats.org/officeDocument/2006/relationships" id="257" r:id="Rd9a023a4482d4c26"/>
    <p:sldId xmlns:r="http://schemas.openxmlformats.org/officeDocument/2006/relationships" id="258" r:id="R20c8422350dd482d"/>
    <p:sldId xmlns:r="http://schemas.openxmlformats.org/officeDocument/2006/relationships" id="259" r:id="R065f130c0b8648fb"/>
    <p:sldId xmlns:r="http://schemas.openxmlformats.org/officeDocument/2006/relationships" id="260" r:id="R4d6ac88b0d5942f9"/>
    <p:sldId xmlns:r="http://schemas.openxmlformats.org/officeDocument/2006/relationships" id="261" r:id="R554665d5de8548b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9c39d8a6d24182" /><Relationship Type="http://schemas.openxmlformats.org/officeDocument/2006/relationships/slideMaster" Target="/ppt/slideMasters/slideMaster1.xml" Id="R7d8f3930fdb7451d" /><Relationship Type="http://schemas.openxmlformats.org/officeDocument/2006/relationships/notesMaster" Target="/ppt/notesMasters/notesMaster1.xml" Id="R5b53eb806bc74f87" /><Relationship Type="http://schemas.openxmlformats.org/officeDocument/2006/relationships/presProps" Target="/ppt/presProps.xml" Id="R9938eb69011f4e8d" /><Relationship Type="http://schemas.openxmlformats.org/officeDocument/2006/relationships/tableStyles" Target="/ppt/tableStyles.xml" Id="Rac12b06c467342b5" /><Relationship Type="http://schemas.openxmlformats.org/officeDocument/2006/relationships/slide" Target="/ppt/slides/slide1.xml" Id="R843cec3b67ed469f" /><Relationship Type="http://schemas.openxmlformats.org/officeDocument/2006/relationships/slide" Target="/ppt/slides/slide2.xml" Id="Rd9a023a4482d4c26" /><Relationship Type="http://schemas.openxmlformats.org/officeDocument/2006/relationships/slide" Target="/ppt/slides/slide3.xml" Id="R20c8422350dd482d" /><Relationship Type="http://schemas.openxmlformats.org/officeDocument/2006/relationships/slide" Target="/ppt/slides/slide4.xml" Id="R065f130c0b8648fb" /><Relationship Type="http://schemas.openxmlformats.org/officeDocument/2006/relationships/slide" Target="/ppt/slides/slide5.xml" Id="R4d6ac88b0d5942f9" /><Relationship Type="http://schemas.openxmlformats.org/officeDocument/2006/relationships/slide" Target="/ppt/slides/slide6.xml" Id="R554665d5de8548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cb4e83e47546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3c8d0102b348e7" /><Relationship Type="http://schemas.openxmlformats.org/officeDocument/2006/relationships/notesMaster" Target="/ppt/notesMasters/notesMaster1.xml" Id="Re1050f23378249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2338aabcb54506" /><Relationship Type="http://schemas.openxmlformats.org/officeDocument/2006/relationships/notesMaster" Target="/ppt/notesMasters/notesMaster1.xml" Id="R135d84e861ed4d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a4922b5aad461c" /><Relationship Type="http://schemas.openxmlformats.org/officeDocument/2006/relationships/notesMaster" Target="/ppt/notesMasters/notesMaster1.xml" Id="Ra18b7f10d97246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471deabc3a4479" /><Relationship Type="http://schemas.openxmlformats.org/officeDocument/2006/relationships/notesMaster" Target="/ppt/notesMasters/notesMaster1.xml" Id="R8ff33fbee2db40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b5a645868a64ef8" /><Relationship Type="http://schemas.openxmlformats.org/officeDocument/2006/relationships/notesMaster" Target="/ppt/notesMasters/notesMaster1.xml" Id="R5cbb79cd8e9a4b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c9e0abfd144199" /><Relationship Type="http://schemas.openxmlformats.org/officeDocument/2006/relationships/notesMaster" Target="/ppt/notesMasters/notesMaster1.xml" Id="Ra35db5053d8f42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D:/Qt/Samples/MiniEditorCoexistence/src/EditorSession.cpp</a:t>
            </a:r>
          </a:p>
          <a:p xmlns:a="http://schemas.openxmlformats.org/drawingml/2006/main">
            <a:r>
              <a:t>- D:/Qt/Samples/MiniEditorCoexistence/src/QtMediaPlaybackBackend.cpp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D:/Qt/Samples/MiniEditorCoexistence/src/MainFrame.cpp</a:t>
            </a:r>
          </a:p>
          <a:p xmlns:a="http://schemas.openxmlformats.org/drawingml/2006/main">
            <a:r>
              <a:t>- D:/Qt/Samples/MiniEditorCoexistence/src/QtMediaPlaybackBackend.cpp</a:t>
            </a:r>
          </a:p>
          <a:p xmlns:a="http://schemas.openxmlformats.org/drawingml/2006/main">
            <a:r>
              <a:t>- D:/Qt/Samples/MiniEditorCoexistence/src/PlaybackClockController.cpp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  <a:p xmlns:a="http://schemas.openxmlformats.org/drawingml/2006/main">
            <a:r>
              <a:t>- Target architecture is a project design proposal, not an external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  <a:p xmlns:a="http://schemas.openxmlformats.org/drawingml/2006/main">
            <a:r>
              <a:t>- Roadmap is the agreed project implementation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15e4ca01e84d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b294499ee24d86" /><Relationship Type="http://schemas.openxmlformats.org/officeDocument/2006/relationships/slideLayout" Target="/ppt/slideLayouts/slideLayout1.xml" Id="R8c87984d36bb49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87984d36bb49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8b5ecc5ba40d0" /><Relationship Type="http://schemas.openxmlformats.org/officeDocument/2006/relationships/notesSlide" Target="/ppt/notesSlides/notesSlide1.xml" Id="R91fae664eb554e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fe815717884a1c" /><Relationship Type="http://schemas.openxmlformats.org/officeDocument/2006/relationships/notesSlide" Target="/ppt/notesSlides/notesSlide2.xml" Id="Rd5a4a10bb01247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60fd5def3459e" /><Relationship Type="http://schemas.openxmlformats.org/officeDocument/2006/relationships/notesSlide" Target="/ppt/notesSlides/notesSlide3.xml" Id="R7f80bba7bcc34a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e925c89b2541ef" /><Relationship Type="http://schemas.openxmlformats.org/officeDocument/2006/relationships/notesSlide" Target="/ppt/notesSlides/notesSlide4.xml" Id="R9c4998e08c884f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679bf5412452b" /><Relationship Type="http://schemas.openxmlformats.org/officeDocument/2006/relationships/notesSlide" Target="/ppt/notesSlides/notesSlide5.xml" Id="R321646742a6a40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9e6ee45a54ac8" /><Relationship Type="http://schemas.openxmlformats.org/officeDocument/2006/relationships/notesSlide" Target="/ppt/notesSlides/notesSlide6.xml" Id="R41c662477cb548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497D679-99E6-41DC-AF29-20A9714E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MFC + Qt COEXISTENCE STUDY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F1A71F7-F93C-4C07-99E8-B8DEBC83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9525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Playback</a:t>
            </a:r>
          </a:p>
          <a:p xmlns:a="http://schemas.openxmlformats.org/drawingml/2006/main">
            <a:pPr algn="l">
              <a:defRPr sz="5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Engine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8761B52-D98C-4C35-9A19-4AD6DA717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 living architecture and learning journal</a:t>
            </a:r>
          </a:p>
        </p:txBody>
      </p:sp>
      <p:sp>
        <p:nvSpPr>
          <p:cNvPr id="4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0FF7EF36-2046-47F7-8227-14E80633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864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Baseline · current-state map complete</a:t>
            </a:r>
          </a:p>
        </p:txBody>
      </p:sp>
    </p:spTree>
    <p:extLst>
      <p:ext uri="{BB962C8B-B14F-4D97-AF65-F5344CB8AC3E}">
        <p14:creationId xmlns:p14="http://schemas.microsoft.com/office/powerpoint/2010/main" val="2207364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5774E9D1-5D6E-44BA-8914-57A2CEBF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current editor has two playback clocks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6DB7E-DFE3-42E8-8A90-96595A44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3A11D736-C773-4D6F-8855-93759554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source-heading">
            <a:extLst xmlns:a="http://schemas.openxmlformats.org/drawingml/2006/main">
              <a:ext uri="{FF2B5EF4-FFF2-40B4-BE49-F238E27FC236}">
                <a16:creationId xmlns:a16="http://schemas.microsoft.com/office/drawing/2014/main" id="{D2BDCCFF-E81D-4E79-A00D-9AD15D93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SOURCE PREVIEW</a:t>
            </a:r>
          </a:p>
        </p:txBody>
      </p:sp>
      <p:sp>
        <p:nvSpPr>
          <p:cNvPr id="5" name="source-body">
            <a:extLst xmlns:a="http://schemas.openxmlformats.org/drawingml/2006/main">
              <a:ext uri="{FF2B5EF4-FFF2-40B4-BE49-F238E27FC236}">
                <a16:creationId xmlns:a16="http://schemas.microsoft.com/office/drawing/2014/main" id="{E75AB5A9-9FEE-49FD-B9DD-4CD6786A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4953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QMediaPlayer is authoritative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Its position callbacks update EditorSession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Decoded video arrives through QVideoSink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3D38E-74DE-44E5-9BD0-8A253241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99C3E9-857C-4333-893B-7BC78C57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timeline-heading">
            <a:extLst xmlns:a="http://schemas.openxmlformats.org/drawingml/2006/main">
              <a:ext uri="{FF2B5EF4-FFF2-40B4-BE49-F238E27FC236}">
                <a16:creationId xmlns:a16="http://schemas.microsoft.com/office/drawing/2014/main" id="{709074FF-F166-4F15-B925-15A261C9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TIMELINE PREVIEW</a:t>
            </a:r>
          </a:p>
        </p:txBody>
      </p:sp>
      <p:sp>
        <p:nvSpPr>
          <p:cNvPr id="9" name="timeline-body">
            <a:extLst xmlns:a="http://schemas.openxmlformats.org/drawingml/2006/main">
              <a:ext uri="{FF2B5EF4-FFF2-40B4-BE49-F238E27FC236}">
                <a16:creationId xmlns:a16="http://schemas.microsoft.com/office/drawing/2014/main" id="{1332DE6A-42A0-47E2-9A5A-D0EB938A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47900"/>
            <a:ext cx="5143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MFC timer + EditorSession are authoritative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timer advances one timeline frame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Players follow resolved V1 and A1 sources</a:t>
            </a:r>
          </a:p>
        </p:txBody>
      </p:sp>
      <p:sp>
        <p:nvSpPr>
          <p:cNvPr id="10" name="two-clocks-takeaway">
            <a:extLst xmlns:a="http://schemas.openxmlformats.org/drawingml/2006/main">
              <a:ext uri="{FF2B5EF4-FFF2-40B4-BE49-F238E27FC236}">
                <a16:creationId xmlns:a16="http://schemas.microsoft.com/office/drawing/2014/main" id="{8D210114-E78A-446A-945C-4966CB0D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meaning of “current time” changes with preview context.</a:t>
            </a:r>
          </a:p>
        </p:txBody>
      </p:sp>
    </p:spTree>
    <p:extLst>
      <p:ext uri="{BB962C8B-B14F-4D97-AF65-F5344CB8AC3E}">
        <p14:creationId xmlns:p14="http://schemas.microsoft.com/office/powerpoint/2010/main" val="3901763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583E5CF8-A8A3-4F3E-BB17-400A06C9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playback coordinates three authorities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4FE14-CCEA-4BAC-B9AD-4562DE18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7A37F558-F95E-4BDE-AE01-230CFEE1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D0A53-F317-449F-95C3-34383C23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4DBD9-6FE0-4B13-9478-5CF0E469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83E17-2A11-49CD-81CA-CF8B91CA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4C4F5-54D6-48A9-AC6D-8663BD7C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current-mfc">
            <a:extLst xmlns:a="http://schemas.openxmlformats.org/drawingml/2006/main">
              <a:ext uri="{FF2B5EF4-FFF2-40B4-BE49-F238E27FC236}">
                <a16:creationId xmlns:a16="http://schemas.microsoft.com/office/drawing/2014/main" id="{51D8ACAE-53EF-4932-8B04-D1B5066F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MFC timer</a:t>
            </a:r>
          </a:p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33 ms cadence</a:t>
            </a:r>
          </a:p>
        </p:txBody>
      </p:sp>
      <p:sp>
        <p:nvSpPr>
          <p:cNvPr id="9" name="current-session">
            <a:extLst xmlns:a="http://schemas.openxmlformats.org/drawingml/2006/main">
              <a:ext uri="{FF2B5EF4-FFF2-40B4-BE49-F238E27FC236}">
                <a16:creationId xmlns:a16="http://schemas.microsoft.com/office/drawing/2014/main" id="{7DA44228-8236-435B-918C-69534162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EditorSession</a:t>
            </a:r>
          </a:p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head</a:t>
            </a:r>
          </a:p>
        </p:txBody>
      </p:sp>
      <p:sp>
        <p:nvSpPr>
          <p:cNvPr id="10" name="current-resolver">
            <a:extLst xmlns:a="http://schemas.openxmlformats.org/drawingml/2006/main">
              <a:ext uri="{FF2B5EF4-FFF2-40B4-BE49-F238E27FC236}">
                <a16:creationId xmlns:a16="http://schemas.microsoft.com/office/drawing/2014/main" id="{5BB21C0F-B35A-412D-882B-5D1E2C58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</a:t>
            </a:r>
          </a:p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resolver</a:t>
            </a:r>
          </a:p>
        </p:txBody>
      </p:sp>
      <p:sp>
        <p:nvSpPr>
          <p:cNvPr id="11" name="current-players">
            <a:extLst xmlns:a="http://schemas.openxmlformats.org/drawingml/2006/main">
              <a:ext uri="{FF2B5EF4-FFF2-40B4-BE49-F238E27FC236}">
                <a16:creationId xmlns:a16="http://schemas.microsoft.com/office/drawing/2014/main" id="{ACCADD01-7B4C-46EF-8A41-8D8B9908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V1 player</a:t>
            </a:r>
          </a:p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A1 player</a:t>
            </a:r>
          </a:p>
        </p:txBody>
      </p:sp>
      <p:sp>
        <p:nvSpPr>
          <p:cNvPr id="12" name="current-output">
            <a:extLst xmlns:a="http://schemas.openxmlformats.org/drawingml/2006/main">
              <a:ext uri="{FF2B5EF4-FFF2-40B4-BE49-F238E27FC236}">
                <a16:creationId xmlns:a16="http://schemas.microsoft.com/office/drawing/2014/main" id="{BFE55502-D479-4532-9791-E37690AE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Preview</a:t>
            </a:r>
          </a:p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output</a:t>
            </a:r>
          </a:p>
        </p:txBody>
      </p:sp>
      <p:sp>
        <p:nvSpPr>
          <p:cNvPr id="13" name="authority-label-1">
            <a:extLst xmlns:a="http://schemas.openxmlformats.org/drawingml/2006/main">
              <a:ext uri="{FF2B5EF4-FFF2-40B4-BE49-F238E27FC236}">
                <a16:creationId xmlns:a16="http://schemas.microsoft.com/office/drawing/2014/main" id="{ADD3F5B5-89D0-4634-B7B8-5E629927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clock</a:t>
            </a:r>
          </a:p>
        </p:txBody>
      </p:sp>
      <p:sp>
        <p:nvSpPr>
          <p:cNvPr id="14" name="authority-label-2">
            <a:extLst xmlns:a="http://schemas.openxmlformats.org/drawingml/2006/main">
              <a:ext uri="{FF2B5EF4-FFF2-40B4-BE49-F238E27FC236}">
                <a16:creationId xmlns:a16="http://schemas.microsoft.com/office/drawing/2014/main" id="{8FC2B4BF-C82C-4AD3-B53A-6B574E25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15" name="authority-label-3">
            <a:extLst xmlns:a="http://schemas.openxmlformats.org/drawingml/2006/main">
              <a:ext uri="{FF2B5EF4-FFF2-40B4-BE49-F238E27FC236}">
                <a16:creationId xmlns:a16="http://schemas.microsoft.com/office/drawing/2014/main" id="{B932EC3F-6955-4997-B747-EAD38E3D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media clocks</a:t>
            </a:r>
          </a:p>
        </p:txBody>
      </p:sp>
      <p:sp>
        <p:nvSpPr>
          <p:cNvPr id="16" name="current-flow-takeaway">
            <a:extLst xmlns:a="http://schemas.openxmlformats.org/drawingml/2006/main">
              <a:ext uri="{FF2B5EF4-FFF2-40B4-BE49-F238E27FC236}">
                <a16:creationId xmlns:a16="http://schemas.microsoft.com/office/drawing/2014/main" id="{ED1ED37C-09DD-4DBB-92D2-58CE80E1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4350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begin from related positions, but no master clock measures drift.</a:t>
            </a:r>
          </a:p>
        </p:txBody>
      </p:sp>
    </p:spTree>
    <p:extLst>
      <p:ext uri="{BB962C8B-B14F-4D97-AF65-F5344CB8AC3E}">
        <p14:creationId xmlns:p14="http://schemas.microsoft.com/office/powerpoint/2010/main" val="831509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DBE0BFBC-613D-4BB4-BD21-BD5206BC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playback session will become the authority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A054C-0745-41B0-A25D-6F1D8869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3E1A74BE-0C25-49EA-81AA-4A1F576C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8DB866-BD84-45A4-9A7B-2B0BBAD3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36BAC-33D6-426E-848C-1AAE6817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1C8B1A-95A0-4802-BFF5-ED948EB4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CA670-283F-4DCC-9A26-DAE7AAFB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900773-2DA2-4DF3-8C50-9A17AFDD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9" name="target-snapshot">
            <a:extLst xmlns:a="http://schemas.openxmlformats.org/drawingml/2006/main">
              <a:ext uri="{FF2B5EF4-FFF2-40B4-BE49-F238E27FC236}">
                <a16:creationId xmlns:a16="http://schemas.microsoft.com/office/drawing/2014/main" id="{E132AA74-119C-47C6-87E6-EF655A7E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Immutable</a:t>
            </a:r>
          </a:p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snapshot</a:t>
            </a:r>
          </a:p>
        </p:txBody>
      </p:sp>
      <p:sp>
        <p:nvSpPr>
          <p:cNvPr id="10" name="target-resolver">
            <a:extLst xmlns:a="http://schemas.openxmlformats.org/drawingml/2006/main">
              <a:ext uri="{FF2B5EF4-FFF2-40B4-BE49-F238E27FC236}">
                <a16:creationId xmlns:a16="http://schemas.microsoft.com/office/drawing/2014/main" id="{9076FF78-C69F-4725-9D55-10BA44C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</a:t>
            </a:r>
          </a:p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resolver</a:t>
            </a:r>
          </a:p>
        </p:txBody>
      </p:sp>
      <p:sp>
        <p:nvSpPr>
          <p:cNvPr id="11" name="target-decode">
            <a:extLst xmlns:a="http://schemas.openxmlformats.org/drawingml/2006/main">
              <a:ext uri="{FF2B5EF4-FFF2-40B4-BE49-F238E27FC236}">
                <a16:creationId xmlns:a16="http://schemas.microsoft.com/office/drawing/2014/main" id="{C2C0CCF0-C115-465C-B0BE-DB3CC0BE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Async video</a:t>
            </a:r>
          </a:p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decode</a:t>
            </a:r>
          </a:p>
        </p:txBody>
      </p:sp>
      <p:sp>
        <p:nvSpPr>
          <p:cNvPr id="12" name="target-scheduler">
            <a:extLst xmlns:a="http://schemas.openxmlformats.org/drawingml/2006/main">
              <a:ext uri="{FF2B5EF4-FFF2-40B4-BE49-F238E27FC236}">
                <a16:creationId xmlns:a16="http://schemas.microsoft.com/office/drawing/2014/main" id="{E90819B5-3213-4671-A4BC-C91ED0F8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Scheduler</a:t>
            </a:r>
          </a:p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+ master clock</a:t>
            </a:r>
          </a:p>
        </p:txBody>
      </p:sp>
      <p:sp>
        <p:nvSpPr>
          <p:cNvPr id="13" name="target-compositor">
            <a:extLst xmlns:a="http://schemas.openxmlformats.org/drawingml/2006/main">
              <a:ext uri="{FF2B5EF4-FFF2-40B4-BE49-F238E27FC236}">
                <a16:creationId xmlns:a16="http://schemas.microsoft.com/office/drawing/2014/main" id="{6D189BE3-0A7A-49F1-9A2C-270A891E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Compositor</a:t>
            </a:r>
          </a:p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frame queue</a:t>
            </a:r>
          </a:p>
        </p:txBody>
      </p:sp>
      <p:sp>
        <p:nvSpPr>
          <p:cNvPr id="14" name="target-output">
            <a:extLst xmlns:a="http://schemas.openxmlformats.org/drawingml/2006/main">
              <a:ext uri="{FF2B5EF4-FFF2-40B4-BE49-F238E27FC236}">
                <a16:creationId xmlns:a16="http://schemas.microsoft.com/office/drawing/2014/main" id="{2E356339-4BAC-49DB-8058-A5E3563E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Preview</a:t>
            </a:r>
          </a:p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output</a:t>
            </a:r>
          </a:p>
        </p:txBody>
      </p:sp>
      <p:sp>
        <p:nvSpPr>
          <p:cNvPr id="15" name="target-takeaway">
            <a:extLst xmlns:a="http://schemas.openxmlformats.org/drawingml/2006/main">
              <a:ext uri="{FF2B5EF4-FFF2-40B4-BE49-F238E27FC236}">
                <a16:creationId xmlns:a16="http://schemas.microsoft.com/office/drawing/2014/main" id="{D8FC3A78-54FB-475D-839E-2DE37EDC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UI focus requests playback; it no longer defines playback identity.</a:t>
            </a:r>
          </a:p>
        </p:txBody>
      </p:sp>
    </p:spTree>
    <p:extLst>
      <p:ext uri="{BB962C8B-B14F-4D97-AF65-F5344CB8AC3E}">
        <p14:creationId xmlns:p14="http://schemas.microsoft.com/office/powerpoint/2010/main" val="12086365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A14D27E-0B2E-4A67-9733-B580C762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design decision must answer four questions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90A24A-AC53-4984-80FE-4C806147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F1E9F118-7AB7-4B30-BB8D-B522EB43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lens-ownership-title">
            <a:extLst xmlns:a="http://schemas.openxmlformats.org/drawingml/2006/main">
              <a:ext uri="{FF2B5EF4-FFF2-40B4-BE49-F238E27FC236}">
                <a16:creationId xmlns:a16="http://schemas.microsoft.com/office/drawing/2014/main" id="{E861B54C-D306-418C-BD7B-F64ABEF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OWNERSHIP</a:t>
            </a:r>
          </a:p>
        </p:txBody>
      </p:sp>
      <p:sp>
        <p:nvSpPr>
          <p:cNvPr id="5" name="lens-ownership-body">
            <a:extLst xmlns:a="http://schemas.openxmlformats.org/drawingml/2006/main">
              <a:ext uri="{FF2B5EF4-FFF2-40B4-BE49-F238E27FC236}">
                <a16:creationId xmlns:a16="http://schemas.microsoft.com/office/drawing/2014/main" id="{4F17BE9A-1B9C-4A50-A208-5FC4FEBB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Who is allowed to mutate this state?</a:t>
            </a:r>
          </a:p>
        </p:txBody>
      </p:sp>
      <p:sp>
        <p:nvSpPr>
          <p:cNvPr id="6" name="lens-authority-title">
            <a:extLst xmlns:a="http://schemas.openxmlformats.org/drawingml/2006/main">
              <a:ext uri="{FF2B5EF4-FFF2-40B4-BE49-F238E27FC236}">
                <a16:creationId xmlns:a16="http://schemas.microsoft.com/office/drawing/2014/main" id="{D7C4E810-0056-4796-B563-DF37CAA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AUTHORITY</a:t>
            </a:r>
          </a:p>
        </p:txBody>
      </p:sp>
      <p:sp>
        <p:nvSpPr>
          <p:cNvPr id="7" name="lens-authority-body">
            <a:extLst xmlns:a="http://schemas.openxmlformats.org/drawingml/2006/main">
              <a:ext uri="{FF2B5EF4-FFF2-40B4-BE49-F238E27FC236}">
                <a16:creationId xmlns:a16="http://schemas.microsoft.com/office/drawing/2014/main" id="{6EDD8EC1-0AD6-4651-BA84-6F101BE3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Whose answer wins when clocks disagree?</a:t>
            </a:r>
          </a:p>
        </p:txBody>
      </p:sp>
      <p:sp>
        <p:nvSpPr>
          <p:cNvPr id="8" name="lens-thread-title">
            <a:extLst xmlns:a="http://schemas.openxmlformats.org/drawingml/2006/main">
              <a:ext uri="{FF2B5EF4-FFF2-40B4-BE49-F238E27FC236}">
                <a16:creationId xmlns:a16="http://schemas.microsoft.com/office/drawing/2014/main" id="{E76A7AFC-A12A-4F4D-B584-52319093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THREAD AFFINITY</a:t>
            </a:r>
          </a:p>
        </p:txBody>
      </p:sp>
      <p:sp>
        <p:nvSpPr>
          <p:cNvPr id="9" name="lens-thread-body">
            <a:extLst xmlns:a="http://schemas.openxmlformats.org/drawingml/2006/main">
              <a:ext uri="{FF2B5EF4-FFF2-40B4-BE49-F238E27FC236}">
                <a16:creationId xmlns:a16="http://schemas.microsoft.com/office/drawing/2014/main" id="{20D295AD-7235-433D-A6DD-ED702FE9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Where may this object be called and destroyed?</a:t>
            </a:r>
          </a:p>
        </p:txBody>
      </p:sp>
      <p:sp>
        <p:nvSpPr>
          <p:cNvPr id="10" name="lens-stale-title">
            <a:extLst xmlns:a="http://schemas.openxmlformats.org/drawingml/2006/main">
              <a:ext uri="{FF2B5EF4-FFF2-40B4-BE49-F238E27FC236}">
                <a16:creationId xmlns:a16="http://schemas.microsoft.com/office/drawing/2014/main" id="{331079D4-25D6-4ECD-87E2-4F0A203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STALE WORK</a:t>
            </a:r>
          </a:p>
        </p:txBody>
      </p:sp>
      <p:sp>
        <p:nvSpPr>
          <p:cNvPr id="11" name="lens-stale-body">
            <a:extLst xmlns:a="http://schemas.openxmlformats.org/drawingml/2006/main">
              <a:ext uri="{FF2B5EF4-FFF2-40B4-BE49-F238E27FC236}">
                <a16:creationId xmlns:a16="http://schemas.microsoft.com/office/drawing/2014/main" id="{3D5369FF-BC9C-40E4-894A-99536B50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is an obsolete async result rejected?</a:t>
            </a:r>
          </a:p>
        </p:txBody>
      </p:sp>
    </p:spTree>
    <p:extLst>
      <p:ext uri="{BB962C8B-B14F-4D97-AF65-F5344CB8AC3E}">
        <p14:creationId xmlns:p14="http://schemas.microsoft.com/office/powerpoint/2010/main" val="19063650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11B525D3-EC88-487B-803E-CFC0BF03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engine grows through three reviewable milestones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6D8E9-D62C-477D-915C-68AC7F6E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B1DC809D-9DF8-4914-BC3B-1C38E6A4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37A133-E5EF-4180-BEEC-937EE035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CD0A24-2818-432F-8C62-04265AF2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D6927-900C-4203-8DCB-1D004F63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FE1BD-9AE6-4BFE-A6B6-99FCF71E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roadmap-label-1">
            <a:extLst xmlns:a="http://schemas.openxmlformats.org/drawingml/2006/main">
              <a:ext uri="{FF2B5EF4-FFF2-40B4-BE49-F238E27FC236}">
                <a16:creationId xmlns:a16="http://schemas.microsoft.com/office/drawing/2014/main" id="{46BCD131-2940-4988-B7F2-1078508E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28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NOW</a:t>
            </a:r>
          </a:p>
        </p:txBody>
      </p:sp>
      <p:sp>
        <p:nvSpPr>
          <p:cNvPr id="9" name="roadmap-label-2">
            <a:extLst xmlns:a="http://schemas.openxmlformats.org/drawingml/2006/main">
              <a:ext uri="{FF2B5EF4-FFF2-40B4-BE49-F238E27FC236}">
                <a16:creationId xmlns:a16="http://schemas.microsoft.com/office/drawing/2014/main" id="{96B2C4E2-6C36-444E-B895-3C2ED503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28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10" name="roadmap-label-3">
            <a:extLst xmlns:a="http://schemas.openxmlformats.org/drawingml/2006/main">
              <a:ext uri="{FF2B5EF4-FFF2-40B4-BE49-F238E27FC236}">
                <a16:creationId xmlns:a16="http://schemas.microsoft.com/office/drawing/2014/main" id="{C4B31627-4E21-4010-B3FE-2603CB7D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28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MILESTONE</a:t>
            </a:r>
          </a:p>
        </p:txBody>
      </p:sp>
      <p:sp>
        <p:nvSpPr>
          <p:cNvPr id="11" name="roadmap-title-1">
            <a:extLst xmlns:a="http://schemas.openxmlformats.org/drawingml/2006/main">
              <a:ext uri="{FF2B5EF4-FFF2-40B4-BE49-F238E27FC236}">
                <a16:creationId xmlns:a16="http://schemas.microsoft.com/office/drawing/2014/main" id="{46C05D83-4D11-4A84-A469-2D2315B3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12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10DEA334-8A27-4084-86BD-7204C9F9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 types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Sequences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Snapshots + ADRs</a:t>
            </a:r>
          </a:p>
        </p:txBody>
      </p:sp>
      <p:sp>
        <p:nvSpPr>
          <p:cNvPr id="13" name="roadmap-title-2">
            <a:extLst xmlns:a="http://schemas.openxmlformats.org/drawingml/2006/main">
              <a:ext uri="{FF2B5EF4-FFF2-40B4-BE49-F238E27FC236}">
                <a16:creationId xmlns:a16="http://schemas.microsoft.com/office/drawing/2014/main" id="{4D5018C2-F602-4BB4-98B7-AC0C5C5B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14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Playback core</a:t>
            </a:r>
          </a:p>
        </p:txBody>
      </p:sp>
      <p:sp>
        <p:nvSpPr>
          <p:cNvPr id="14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984A81D3-F199-4BC7-AADC-76972A38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100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Resolver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State machine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Master clock</a:t>
            </a:r>
          </a:p>
        </p:txBody>
      </p:sp>
      <p:sp>
        <p:nvSpPr>
          <p:cNvPr id="15" name="roadmap-title-3">
            <a:extLst xmlns:a="http://schemas.openxmlformats.org/drawingml/2006/main">
              <a:ext uri="{FF2B5EF4-FFF2-40B4-BE49-F238E27FC236}">
                <a16:creationId xmlns:a16="http://schemas.microsoft.com/office/drawing/2014/main" id="{B51DEF46-40A6-41B5-830E-2AEE30D8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147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Media pipeline</a:t>
            </a:r>
          </a:p>
        </p:txBody>
      </p:sp>
      <p:sp>
        <p:nvSpPr>
          <p:cNvPr id="16" name="roadmap-body-3">
            <a:extLst xmlns:a="http://schemas.openxmlformats.org/drawingml/2006/main">
              <a:ext uri="{FF2B5EF4-FFF2-40B4-BE49-F238E27FC236}">
                <a16:creationId xmlns:a16="http://schemas.microsoft.com/office/drawing/2014/main" id="{9ACF73C1-5717-4E54-8FA0-BFE8F786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3238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Async decode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Frame queues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Composition + UI integration</a:t>
            </a:r>
          </a:p>
        </p:txBody>
      </p:sp>
    </p:spTree>
    <p:extLst>
      <p:ext uri="{BB962C8B-B14F-4D97-AF65-F5344CB8AC3E}">
        <p14:creationId xmlns:p14="http://schemas.microsoft.com/office/powerpoint/2010/main" val="20746737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2026-09-01T10:14:16.8750000Z</dcterms:created>
  <dcterms:modified xsi:type="dcterms:W3CDTF">2026-09-01T10:14:16.8750000Z</dcterms:modified>
</coreProperties>
</file>