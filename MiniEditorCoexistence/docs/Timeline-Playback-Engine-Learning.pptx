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03ee5f30c1444c" /><Relationship Type="http://schemas.openxmlformats.org/officeDocument/2006/relationships/extended-properties" Target="/docProps/app.xml" Id="Rc535dd8a33a64fd9" /><Relationship Type="http://schemas.openxmlformats.org/officeDocument/2006/relationships/officeDocument" Target="/ppt/presentation.xml" Id="R8f36fad82f224d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c93b11c8a84f4e"/>
  </p:sldMasterIdLst>
  <p:notesMasterIdLst>
    <p:notesMasterId xmlns:r="http://schemas.openxmlformats.org/officeDocument/2006/relationships" r:id="Ra1cc336f57c14a62"/>
  </p:notesMasterIdLst>
  <p:sldIdLst>
    <p:sldId xmlns:r="http://schemas.openxmlformats.org/officeDocument/2006/relationships" id="256" r:id="R7341411fe8ed4de9"/>
    <p:sldId xmlns:r="http://schemas.openxmlformats.org/officeDocument/2006/relationships" id="257" r:id="Rc27900ce56e14e47"/>
    <p:sldId xmlns:r="http://schemas.openxmlformats.org/officeDocument/2006/relationships" id="258" r:id="R4e9c0bd86816485b"/>
    <p:sldId xmlns:r="http://schemas.openxmlformats.org/officeDocument/2006/relationships" id="259" r:id="Rf156b321451744b2"/>
    <p:sldId xmlns:r="http://schemas.openxmlformats.org/officeDocument/2006/relationships" id="260" r:id="Rc0b258debaf34b50"/>
    <p:sldId xmlns:r="http://schemas.openxmlformats.org/officeDocument/2006/relationships" id="261" r:id="Ra306bb9c6d7c41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be9c0b40f1456a" /><Relationship Type="http://schemas.openxmlformats.org/officeDocument/2006/relationships/slideMaster" Target="/ppt/slideMasters/slideMaster1.xml" Id="Raac93b11c8a84f4e" /><Relationship Type="http://schemas.openxmlformats.org/officeDocument/2006/relationships/notesMaster" Target="/ppt/notesMasters/notesMaster1.xml" Id="Ra1cc336f57c14a62" /><Relationship Type="http://schemas.openxmlformats.org/officeDocument/2006/relationships/presProps" Target="/ppt/presProps.xml" Id="Ra6e6019bfdf94245" /><Relationship Type="http://schemas.openxmlformats.org/officeDocument/2006/relationships/tableStyles" Target="/ppt/tableStyles.xml" Id="R9f5f068899c144c8" /><Relationship Type="http://schemas.openxmlformats.org/officeDocument/2006/relationships/slide" Target="/ppt/slides/slide1.xml" Id="R7341411fe8ed4de9" /><Relationship Type="http://schemas.openxmlformats.org/officeDocument/2006/relationships/slide" Target="/ppt/slides/slide2.xml" Id="Rc27900ce56e14e47" /><Relationship Type="http://schemas.openxmlformats.org/officeDocument/2006/relationships/slide" Target="/ppt/slides/slide3.xml" Id="R4e9c0bd86816485b" /><Relationship Type="http://schemas.openxmlformats.org/officeDocument/2006/relationships/slide" Target="/ppt/slides/slide4.xml" Id="Rf156b321451744b2" /><Relationship Type="http://schemas.openxmlformats.org/officeDocument/2006/relationships/slide" Target="/ppt/slides/slide5.xml" Id="Rc0b258debaf34b50" /><Relationship Type="http://schemas.openxmlformats.org/officeDocument/2006/relationships/slide" Target="/ppt/slides/slide6.xml" Id="Ra306bb9c6d7c41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d39cc26dd04c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d0216398f34e48" /><Relationship Type="http://schemas.openxmlformats.org/officeDocument/2006/relationships/notesMaster" Target="/ppt/notesMasters/notesMaster1.xml" Id="Raa0c56f4ed7547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844a57b5214dcf" /><Relationship Type="http://schemas.openxmlformats.org/officeDocument/2006/relationships/notesMaster" Target="/ppt/notesMasters/notesMaster1.xml" Id="R24130290a47642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789d2552004382" /><Relationship Type="http://schemas.openxmlformats.org/officeDocument/2006/relationships/notesMaster" Target="/ppt/notesMasters/notesMaster1.xml" Id="Re5c7e450c7ce45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77d627dfc04660" /><Relationship Type="http://schemas.openxmlformats.org/officeDocument/2006/relationships/notesMaster" Target="/ppt/notesMasters/notesMaster1.xml" Id="Rf56d6138caac4d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43081564394425" /><Relationship Type="http://schemas.openxmlformats.org/officeDocument/2006/relationships/notesMaster" Target="/ppt/notesMasters/notesMaster1.xml" Id="Ra3aebdb80cc84a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0a611969ee443f" /><Relationship Type="http://schemas.openxmlformats.org/officeDocument/2006/relationships/notesMaster" Target="/ppt/notesMasters/notesMaster1.xml" Id="R0b0ff3b89c2e4a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D:/Qt/Samples/MiniEditorCoexistence/src/EditorSession.cpp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D:/Qt/Samples/MiniEditorCoexistence/src/MainFrame.cpp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  <a:p xmlns:a="http://schemas.openxmlformats.org/drawingml/2006/main">
            <a:r>
              <a:t>- D:/Qt/Samples/MiniEditorCoexistence/src/PlaybackClockController.cpp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Target architecture is a project design proposal, not an external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Roadmap is the agreed project implementation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2a33e97ed148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04d29deb924702" /><Relationship Type="http://schemas.openxmlformats.org/officeDocument/2006/relationships/slideLayout" Target="/ppt/slideLayouts/slideLayout1.xml" Id="Rb616a9820bdd4b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6a9820bdd4b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215bea7914b20" /><Relationship Type="http://schemas.openxmlformats.org/officeDocument/2006/relationships/notesSlide" Target="/ppt/notesSlides/notesSlide1.xml" Id="R2fb4a934802242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b104f6d514fdd" /><Relationship Type="http://schemas.openxmlformats.org/officeDocument/2006/relationships/notesSlide" Target="/ppt/notesSlides/notesSlide2.xml" Id="R5d446c0441ad44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b96b83e6443c1" /><Relationship Type="http://schemas.openxmlformats.org/officeDocument/2006/relationships/notesSlide" Target="/ppt/notesSlides/notesSlide3.xml" Id="R6bda56ff679f45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e999eeed44efc" /><Relationship Type="http://schemas.openxmlformats.org/officeDocument/2006/relationships/notesSlide" Target="/ppt/notesSlides/notesSlide4.xml" Id="R820ab3ebc2bf43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6623a79444a77" /><Relationship Type="http://schemas.openxmlformats.org/officeDocument/2006/relationships/notesSlide" Target="/ppt/notesSlides/notesSlide5.xml" Id="R032ec57c235145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58ceb881648f8" /><Relationship Type="http://schemas.openxmlformats.org/officeDocument/2006/relationships/notesSlide" Target="/ppt/notesSlides/notesSlide6.xml" Id="R15915e1302cf45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497D679-99E6-41DC-AF29-20A9714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MFC + Qt COEXISTENCE STUDY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1A71F7-F93C-4C07-99E8-B8DEBC83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</a:t>
            </a:r>
          </a:p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761B52-D98C-4C35-9A19-4AD6DA7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 living architecture and learning journal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0FF7EF36-2046-47F7-8227-14E8063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ADR-001 accepted · strong media time domains</a:t>
            </a:r>
          </a:p>
        </p:txBody>
      </p:sp>
    </p:spTree>
    <p:extLst>
      <p:ext uri="{BB962C8B-B14F-4D97-AF65-F5344CB8AC3E}">
        <p14:creationId xmlns:p14="http://schemas.microsoft.com/office/powerpoint/2010/main" val="22073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774E9D1-5D6E-44BA-8914-57A2CEB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current editor has two playback clocks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6DB7E-DFE3-42E8-8A90-96595A4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3A11D736-C773-4D6F-8855-9375955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source-heading">
            <a:extLst xmlns:a="http://schemas.openxmlformats.org/drawingml/2006/main">
              <a:ext uri="{FF2B5EF4-FFF2-40B4-BE49-F238E27FC236}">
                <a16:creationId xmlns:a16="http://schemas.microsoft.com/office/drawing/2014/main" id="{D2BDCCFF-E81D-4E79-A00D-9AD15D93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PREVIEW</a:t>
            </a:r>
          </a:p>
        </p:txBody>
      </p:sp>
      <p:sp>
        <p:nvSpPr>
          <p:cNvPr id="5" name="source-body">
            <a:extLst xmlns:a="http://schemas.openxmlformats.org/drawingml/2006/main">
              <a:ext uri="{FF2B5EF4-FFF2-40B4-BE49-F238E27FC236}">
                <a16:creationId xmlns:a16="http://schemas.microsoft.com/office/drawing/2014/main" id="{E75AB5A9-9FEE-49FD-B9DD-4CD6786A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QMediaPlayer is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position callbacks update EditorSession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Decoded video arrives through QVideoSink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3D38E-74DE-44E5-9BD0-8A25324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9C3E9-857C-4333-893B-7BC78C57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imeline-heading">
            <a:extLst xmlns:a="http://schemas.openxmlformats.org/drawingml/2006/main">
              <a:ext uri="{FF2B5EF4-FFF2-40B4-BE49-F238E27FC236}">
                <a16:creationId xmlns:a16="http://schemas.microsoft.com/office/drawing/2014/main" id="{709074FF-F166-4F15-B925-15A261C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TIMELINE PREVIEW</a:t>
            </a:r>
          </a:p>
        </p:txBody>
      </p:sp>
      <p:sp>
        <p:nvSpPr>
          <p:cNvPr id="9" name="timeline-body">
            <a:extLst xmlns:a="http://schemas.openxmlformats.org/drawingml/2006/main">
              <a:ext uri="{FF2B5EF4-FFF2-40B4-BE49-F238E27FC236}">
                <a16:creationId xmlns:a16="http://schemas.microsoft.com/office/drawing/2014/main" id="{1332DE6A-42A0-47E2-9A5A-D0EB938A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 + EditorSession are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timer advances one timeline frame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Players follow resolved V1 and A1 sources</a:t>
            </a:r>
          </a:p>
        </p:txBody>
      </p:sp>
      <p:sp>
        <p:nvSpPr>
          <p:cNvPr id="10" name="two-clocks-takeaway">
            <a:extLst xmlns:a="http://schemas.openxmlformats.org/drawingml/2006/main">
              <a:ext uri="{FF2B5EF4-FFF2-40B4-BE49-F238E27FC236}">
                <a16:creationId xmlns:a16="http://schemas.microsoft.com/office/drawing/2014/main" id="{8D210114-E78A-446A-945C-4966CB0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meaning of “current time” changes with preview context.</a:t>
            </a:r>
          </a:p>
        </p:txBody>
      </p:sp>
    </p:spTree>
    <p:extLst>
      <p:ext uri="{BB962C8B-B14F-4D97-AF65-F5344CB8AC3E}">
        <p14:creationId xmlns:p14="http://schemas.microsoft.com/office/powerpoint/2010/main" val="390176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83E5CF8-A8A3-4F3E-BB17-400A06C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 coordinates three authorities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FE14-CCEA-4BAC-B9AD-4562DE18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A37F558-F95E-4BDE-AE01-230CFEE1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D0A53-F317-449F-95C3-34383C23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DBD9-6FE0-4B13-9478-5CF0E46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3E17-2A11-49CD-81CA-CF8B91CA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4C4F5-54D6-48A9-AC6D-8663BD7C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urrent-mfc">
            <a:extLst xmlns:a="http://schemas.openxmlformats.org/drawingml/2006/main">
              <a:ext uri="{FF2B5EF4-FFF2-40B4-BE49-F238E27FC236}">
                <a16:creationId xmlns:a16="http://schemas.microsoft.com/office/drawing/2014/main" id="{51D8ACAE-53EF-4932-8B04-D1B5066F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 ms cadence</a:t>
            </a:r>
          </a:p>
        </p:txBody>
      </p:sp>
      <p:sp>
        <p:nvSpPr>
          <p:cNvPr id="9" name="current-session">
            <a:extLst xmlns:a="http://schemas.openxmlformats.org/drawingml/2006/main">
              <a:ext uri="{FF2B5EF4-FFF2-40B4-BE49-F238E27FC236}">
                <a16:creationId xmlns:a16="http://schemas.microsoft.com/office/drawing/2014/main" id="{7DA44228-8236-435B-918C-6953416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EditorSession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head</a:t>
            </a:r>
          </a:p>
        </p:txBody>
      </p:sp>
      <p:sp>
        <p:nvSpPr>
          <p:cNvPr id="10" name="current-resolver">
            <a:extLst xmlns:a="http://schemas.openxmlformats.org/drawingml/2006/main">
              <a:ext uri="{FF2B5EF4-FFF2-40B4-BE49-F238E27FC236}">
                <a16:creationId xmlns:a16="http://schemas.microsoft.com/office/drawing/2014/main" id="{5BB21C0F-B35A-412D-882B-5D1E2C58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current-players">
            <a:extLst xmlns:a="http://schemas.openxmlformats.org/drawingml/2006/main">
              <a:ext uri="{FF2B5EF4-FFF2-40B4-BE49-F238E27FC236}">
                <a16:creationId xmlns:a16="http://schemas.microsoft.com/office/drawing/2014/main" id="{ACCADD01-7B4C-46EF-8A41-8D8B9908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V1 player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A1 player</a:t>
            </a:r>
          </a:p>
        </p:txBody>
      </p:sp>
      <p:sp>
        <p:nvSpPr>
          <p:cNvPr id="12" name="current-output">
            <a:extLst xmlns:a="http://schemas.openxmlformats.org/drawingml/2006/main">
              <a:ext uri="{FF2B5EF4-FFF2-40B4-BE49-F238E27FC236}">
                <a16:creationId xmlns:a16="http://schemas.microsoft.com/office/drawing/2014/main" id="{BFE55502-D479-4532-9791-E37690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3" name="authority-label-1">
            <a:extLst xmlns:a="http://schemas.openxmlformats.org/drawingml/2006/main">
              <a:ext uri="{FF2B5EF4-FFF2-40B4-BE49-F238E27FC236}">
                <a16:creationId xmlns:a16="http://schemas.microsoft.com/office/drawing/2014/main" id="{ADD3F5B5-89D0-4634-B7B8-5E629927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4" name="authority-label-2">
            <a:extLst xmlns:a="http://schemas.openxmlformats.org/drawingml/2006/main">
              <a:ext uri="{FF2B5EF4-FFF2-40B4-BE49-F238E27FC236}">
                <a16:creationId xmlns:a16="http://schemas.microsoft.com/office/drawing/2014/main" id="{8FC2B4BF-C82C-4AD3-B53A-6B574E2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5" name="authority-label-3">
            <a:extLst xmlns:a="http://schemas.openxmlformats.org/drawingml/2006/main">
              <a:ext uri="{FF2B5EF4-FFF2-40B4-BE49-F238E27FC236}">
                <a16:creationId xmlns:a16="http://schemas.microsoft.com/office/drawing/2014/main" id="{B932EC3F-6955-4997-B747-EAD38E3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media clocks</a:t>
            </a:r>
          </a:p>
        </p:txBody>
      </p:sp>
      <p:sp>
        <p:nvSpPr>
          <p:cNvPr id="16" name="current-flow-takeaway">
            <a:extLst xmlns:a="http://schemas.openxmlformats.org/drawingml/2006/main">
              <a:ext uri="{FF2B5EF4-FFF2-40B4-BE49-F238E27FC236}">
                <a16:creationId xmlns:a16="http://schemas.microsoft.com/office/drawing/2014/main" id="{ED1ED37C-09DD-4DBB-92D2-58CE80E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begin from related positions, but no master clock measures drift.</a:t>
            </a:r>
          </a:p>
        </p:txBody>
      </p:sp>
    </p:spTree>
    <p:extLst>
      <p:ext uri="{BB962C8B-B14F-4D97-AF65-F5344CB8AC3E}">
        <p14:creationId xmlns:p14="http://schemas.microsoft.com/office/powerpoint/2010/main" val="83150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BE0BFBC-613D-4BB4-BD21-BD5206B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playback session will become the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A054C-0745-41B0-A25D-6F1D886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E1A74BE-0C25-49EA-81AA-4A1F576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DB866-BD84-45A4-9A7B-2B0BBAD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6BAC-33D6-426E-848C-1AAE681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C8B1A-95A0-4802-BFF5-ED948EB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670-283F-4DCC-9A26-DAE7AAFB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00773-2DA2-4DF3-8C50-9A17AFDD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target-snapshot">
            <a:extLst xmlns:a="http://schemas.openxmlformats.org/drawingml/2006/main">
              <a:ext uri="{FF2B5EF4-FFF2-40B4-BE49-F238E27FC236}">
                <a16:creationId xmlns:a16="http://schemas.microsoft.com/office/drawing/2014/main" id="{E132AA74-119C-47C6-87E6-EF655A7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</a:t>
            </a:r>
          </a:p>
        </p:txBody>
      </p:sp>
      <p:sp>
        <p:nvSpPr>
          <p:cNvPr id="10" name="target-resolver">
            <a:extLst xmlns:a="http://schemas.openxmlformats.org/drawingml/2006/main">
              <a:ext uri="{FF2B5EF4-FFF2-40B4-BE49-F238E27FC236}">
                <a16:creationId xmlns:a16="http://schemas.microsoft.com/office/drawing/2014/main" id="{9076FF78-C69F-4725-9D55-10BA44C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target-decode">
            <a:extLst xmlns:a="http://schemas.openxmlformats.org/drawingml/2006/main">
              <a:ext uri="{FF2B5EF4-FFF2-40B4-BE49-F238E27FC236}">
                <a16:creationId xmlns:a16="http://schemas.microsoft.com/office/drawing/2014/main" id="{C2C0CCF0-C115-465C-B0BE-DB3CC0BE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video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decode</a:t>
            </a:r>
          </a:p>
        </p:txBody>
      </p:sp>
      <p:sp>
        <p:nvSpPr>
          <p:cNvPr id="12" name="target-scheduler">
            <a:extLst xmlns:a="http://schemas.openxmlformats.org/drawingml/2006/main">
              <a:ext uri="{FF2B5EF4-FFF2-40B4-BE49-F238E27FC236}">
                <a16:creationId xmlns:a16="http://schemas.microsoft.com/office/drawing/2014/main" id="{E90819B5-3213-4671-A4BC-C91ED0F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Scheduler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 master clock</a:t>
            </a:r>
          </a:p>
        </p:txBody>
      </p:sp>
      <p:sp>
        <p:nvSpPr>
          <p:cNvPr id="13" name="target-compositor">
            <a:extLst xmlns:a="http://schemas.openxmlformats.org/drawingml/2006/main">
              <a:ext uri="{FF2B5EF4-FFF2-40B4-BE49-F238E27FC236}">
                <a16:creationId xmlns:a16="http://schemas.microsoft.com/office/drawing/2014/main" id="{6D189BE3-0A7A-49F1-9A2C-270A891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Compositor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frame queue</a:t>
            </a:r>
          </a:p>
        </p:txBody>
      </p:sp>
      <p:sp>
        <p:nvSpPr>
          <p:cNvPr id="14" name="target-output">
            <a:extLst xmlns:a="http://schemas.openxmlformats.org/drawingml/2006/main">
              <a:ext uri="{FF2B5EF4-FFF2-40B4-BE49-F238E27FC236}">
                <a16:creationId xmlns:a16="http://schemas.microsoft.com/office/drawing/2014/main" id="{2E356339-4BAC-49DB-8058-A5E3563E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5" name="target-takeaway">
            <a:extLst xmlns:a="http://schemas.openxmlformats.org/drawingml/2006/main">
              <a:ext uri="{FF2B5EF4-FFF2-40B4-BE49-F238E27FC236}">
                <a16:creationId xmlns:a16="http://schemas.microsoft.com/office/drawing/2014/main" id="{D8FC3A78-54FB-475D-839E-2DE37ED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UI focus requests playback; it no longer defines playback identity.</a:t>
            </a:r>
          </a:p>
        </p:txBody>
      </p:sp>
    </p:spTree>
    <p:extLst>
      <p:ext uri="{BB962C8B-B14F-4D97-AF65-F5344CB8AC3E}">
        <p14:creationId xmlns:p14="http://schemas.microsoft.com/office/powerpoint/2010/main" val="1208636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design decision must answer four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is allowed to mutate this state?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Whose answer wins when clocks disagree?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THREAD AFFINITY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may this object be called and destroyed?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STALE WORK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is an obsolete async result rejected?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1B525D3-EC88-487B-803E-CFC0BF03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engine grows through three reviewable milestones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6D8E9-D62C-477D-915C-68AC7F6E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B1DC809D-9DF8-4914-BC3B-1C38E6A4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7A133-E5EF-4180-BEEC-937EE03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D0A24-2818-432F-8C62-04265AF2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6927-900C-4203-8DCB-1D004F6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E1BD-9AE6-4BFE-A6B6-99FCF71E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46BCD131-2940-4988-B7F2-1078508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96B2C4E2-6C36-444E-B895-3C2ED50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0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C4B31627-4E21-4010-B3FE-2603CB7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MILESTONE</a:t>
            </a:r>
          </a:p>
        </p:txBody>
      </p:sp>
      <p:sp>
        <p:nvSpPr>
          <p:cNvPr id="11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46C05D83-4D11-4A84-A469-2D2315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contracts</a:t>
            </a:r>
          </a:p>
        </p:txBody>
      </p:sp>
      <p:sp>
        <p:nvSpPr>
          <p:cNvPr id="12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10DEA334-8A27-4084-86BD-7204C9F9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ADR-001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 strong types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conversions</a:t>
            </a:r>
          </a:p>
        </p:txBody>
      </p:sp>
      <p:sp>
        <p:nvSpPr>
          <p:cNvPr id="13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4D5018C2-F602-4BB4-98B7-AC0C5C5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Playback authority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984A81D3-F199-4BC7-AADC-76972A3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ADR-002 review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Session state machine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 status</a:t>
            </a:r>
          </a:p>
        </p:txBody>
      </p:sp>
      <p:sp>
        <p:nvSpPr>
          <p:cNvPr id="15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B51DEF46-40A6-41B5-830E-2AEE30D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Media pipeline</a:t>
            </a:r>
          </a:p>
        </p:txBody>
      </p:sp>
      <p:sp>
        <p:nvSpPr>
          <p:cNvPr id="16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9ACF73C1-5717-4E54-8FA0-BFE8F786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decode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Frame queues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Composition + UI integration</a:t>
            </a:r>
          </a:p>
        </p:txBody>
      </p:sp>
    </p:spTree>
    <p:extLst>
      <p:ext uri="{BB962C8B-B14F-4D97-AF65-F5344CB8AC3E}">
        <p14:creationId xmlns:p14="http://schemas.microsoft.com/office/powerpoint/2010/main" val="20746737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2026-09-02T03:41:01.6100000Z</dcterms:created>
  <dcterms:modified xsi:type="dcterms:W3CDTF">2026-09-02T03:41:01.6100000Z</dcterms:modified>
</coreProperties>
</file>