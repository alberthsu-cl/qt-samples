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a8dd33bc546b7" /><Relationship Type="http://schemas.openxmlformats.org/officeDocument/2006/relationships/extended-properties" Target="/docProps/app.xml" Id="R2c9d17a556ce4521" /><Relationship Type="http://schemas.openxmlformats.org/officeDocument/2006/relationships/officeDocument" Target="/ppt/presentation.xml" Id="R49dd39617beb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771e0f35045d1"/>
  </p:sldMasterIdLst>
  <p:notesMasterIdLst>
    <p:notesMasterId xmlns:r="http://schemas.openxmlformats.org/officeDocument/2006/relationships" r:id="Rbebe91578f7a4777"/>
  </p:notesMasterIdLst>
  <p:sldIdLst>
    <p:sldId xmlns:r="http://schemas.openxmlformats.org/officeDocument/2006/relationships" id="256" r:id="Rd53465e63f3b487e"/>
    <p:sldId xmlns:r="http://schemas.openxmlformats.org/officeDocument/2006/relationships" id="257" r:id="Re6eebb46fa334832"/>
    <p:sldId xmlns:r="http://schemas.openxmlformats.org/officeDocument/2006/relationships" id="258" r:id="R4b861caa67994d83"/>
    <p:sldId xmlns:r="http://schemas.openxmlformats.org/officeDocument/2006/relationships" id="259" r:id="Recd7100daf6e48ac"/>
    <p:sldId xmlns:r="http://schemas.openxmlformats.org/officeDocument/2006/relationships" id="260" r:id="R16cfbabff0514e9c"/>
    <p:sldId xmlns:r="http://schemas.openxmlformats.org/officeDocument/2006/relationships" id="261" r:id="R5c8eee9bdb5e4e3e"/>
    <p:sldId xmlns:r="http://schemas.openxmlformats.org/officeDocument/2006/relationships" id="262" r:id="R244e55fd73a9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c84cbf15484634" /><Relationship Type="http://schemas.openxmlformats.org/officeDocument/2006/relationships/slideMaster" Target="/ppt/slideMasters/slideMaster1.xml" Id="Rb34771e0f35045d1" /><Relationship Type="http://schemas.openxmlformats.org/officeDocument/2006/relationships/notesMaster" Target="/ppt/notesMasters/notesMaster1.xml" Id="Rbebe91578f7a4777" /><Relationship Type="http://schemas.openxmlformats.org/officeDocument/2006/relationships/presProps" Target="/ppt/presProps.xml" Id="Rb0a21bc202ea47ee" /><Relationship Type="http://schemas.openxmlformats.org/officeDocument/2006/relationships/tableStyles" Target="/ppt/tableStyles.xml" Id="Rbadb9d9fa9f84521" /><Relationship Type="http://schemas.openxmlformats.org/officeDocument/2006/relationships/slide" Target="/ppt/slides/slide1.xml" Id="Rd53465e63f3b487e" /><Relationship Type="http://schemas.openxmlformats.org/officeDocument/2006/relationships/slide" Target="/ppt/slides/slide2.xml" Id="Re6eebb46fa334832" /><Relationship Type="http://schemas.openxmlformats.org/officeDocument/2006/relationships/slide" Target="/ppt/slides/slide3.xml" Id="R4b861caa67994d83" /><Relationship Type="http://schemas.openxmlformats.org/officeDocument/2006/relationships/slide" Target="/ppt/slides/slide4.xml" Id="Recd7100daf6e48ac" /><Relationship Type="http://schemas.openxmlformats.org/officeDocument/2006/relationships/slide" Target="/ppt/slides/slide5.xml" Id="R16cfbabff0514e9c" /><Relationship Type="http://schemas.openxmlformats.org/officeDocument/2006/relationships/slide" Target="/ppt/slides/slide6.xml" Id="R5c8eee9bdb5e4e3e" /><Relationship Type="http://schemas.openxmlformats.org/officeDocument/2006/relationships/slide" Target="/ppt/slides/slide7.xml" Id="R244e55fd73a9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610e1fd164e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261234c4804731" /><Relationship Type="http://schemas.openxmlformats.org/officeDocument/2006/relationships/notesMaster" Target="/ppt/notesMasters/notesMaster1.xml" Id="Rbbf9a30f04c440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166b50d9d4863" /><Relationship Type="http://schemas.openxmlformats.org/officeDocument/2006/relationships/notesMaster" Target="/ppt/notesMasters/notesMaster1.xml" Id="R6c34d6078b22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d9325697bc47ee" /><Relationship Type="http://schemas.openxmlformats.org/officeDocument/2006/relationships/notesMaster" Target="/ppt/notesMasters/notesMaster1.xml" Id="R7fa885ba6a0e4b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2eebb5c4d44308" /><Relationship Type="http://schemas.openxmlformats.org/officeDocument/2006/relationships/notesMaster" Target="/ppt/notesMasters/notesMaster1.xml" Id="Rdaf7e03289e1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5c45c01ce1457d" /><Relationship Type="http://schemas.openxmlformats.org/officeDocument/2006/relationships/notesMaster" Target="/ppt/notesMasters/notesMaster1.xml" Id="R42590e07666541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00b334d5014fcd" /><Relationship Type="http://schemas.openxmlformats.org/officeDocument/2006/relationships/notesMaster" Target="/ppt/notesMasters/notesMaster1.xml" Id="Rd2fbd752b15049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ff0ccfcf14cec" /><Relationship Type="http://schemas.openxmlformats.org/officeDocument/2006/relationships/notesMaster" Target="/ppt/notesMasters/notesMaster1.xml" Id="R0cebb5fc85a2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D:/Qt/Samples/MiniEditorCoexistence/docs/architecture/current-playback-architecture.md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D:/Qt/Samples/MiniEditorCoexistence/src/EditorSession.cpp</a:t>
            </a:r>
          </a:p>
          <a:p xmlns:a="http://schemas.openxmlformats.org/drawingml/2006/main">
            <a:r>
              <a:t>- D:/Qt/Samples/MiniEditorCoexistence/src/QtMediaPlaybackBackend.cpp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D:/Qt/Samples/MiniEditorCoexistence/src/MainFrame.cpp</a:t>
            </a:r>
          </a:p>
          <a:p xmlns:a="http://schemas.openxmlformats.org/drawingml/2006/main">
            <a:r>
              <a:t>- D:/Qt/Samples/MiniEditorCoexistence/src/QtMediaPlaybackBackend.cpp</a:t>
            </a:r>
          </a:p>
          <a:p xmlns:a="http://schemas.openxmlformats.org/drawingml/2006/main">
            <a:r>
              <a:t>- D:/Qt/Samples/MiniEditorCoexistence/src/PlaybackClockController.cpp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D:/Qt/Samples/MiniEditorCoexistence/docs/architecture/current-playback-architecture.md</a:t>
            </a:r>
          </a:p>
          <a:p xmlns:a="http://schemas.openxmlformats.org/drawingml/2006/main">
            <a:r>
              <a:t>- Target architecture is a project design proposal, not an external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D:/Qt/Samples/MiniEditorCoexistence/docs/architecture/current-playback-architecture.md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D:/Qt/Samples/MiniEditorCoexistence/docs/architecture/current-playback-architecture.md</a:t>
            </a:r>
          </a:p>
          <a:p xmlns:a="http://schemas.openxmlformats.org/drawingml/2006/main">
            <a:r>
              <a:t>- Roadmap is the agreed project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D:/Qt/Samples/MiniEditorCoexistence/docs/architecture/current-playback-architecture.md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ce791d3634a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bbc42e88440e4" /><Relationship Type="http://schemas.openxmlformats.org/officeDocument/2006/relationships/slideLayout" Target="/ppt/slideLayouts/slideLayout1.xml" Id="R553269e2d28e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269e2d28e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6a130ced546c0" /><Relationship Type="http://schemas.openxmlformats.org/officeDocument/2006/relationships/notesSlide" Target="/ppt/notesSlides/notesSlide1.xml" Id="Rafc0111484d043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101c342d747b0" /><Relationship Type="http://schemas.openxmlformats.org/officeDocument/2006/relationships/notesSlide" Target="/ppt/notesSlides/notesSlide2.xml" Id="R5065bf7d2807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1246e92ef4640" /><Relationship Type="http://schemas.openxmlformats.org/officeDocument/2006/relationships/notesSlide" Target="/ppt/notesSlides/notesSlide3.xml" Id="Rabaf8dc208034c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412a7029b463a" /><Relationship Type="http://schemas.openxmlformats.org/officeDocument/2006/relationships/notesSlide" Target="/ppt/notesSlides/notesSlide4.xml" Id="Rc8f2c668d54748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0a210f83444b9" /><Relationship Type="http://schemas.openxmlformats.org/officeDocument/2006/relationships/notesSlide" Target="/ppt/notesSlides/notesSlide5.xml" Id="Rf6fc367d888044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7bba2c1d24ae3" /><Relationship Type="http://schemas.openxmlformats.org/officeDocument/2006/relationships/notesSlide" Target="/ppt/notesSlides/notesSlide6.xml" Id="R70313508f3cb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10c25923d4db8" /><Relationship Type="http://schemas.openxmlformats.org/officeDocument/2006/relationships/notesSlide" Target="/ppt/notesSlides/notesSlide7.xml" Id="R275f846ee03844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497D679-99E6-41DC-AF29-20A9714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MFC + Qt COEXISTENCE STUDY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1A71F7-F93C-4C07-99E8-B8DEBC83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 Playback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8761B52-D98C-4C35-9A19-4AD6DA71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 living architecture and learning journal</a:t>
            </a:r>
          </a:p>
        </p:txBody>
      </p:sp>
      <p:sp>
        <p:nvSpPr>
          <p:cNvPr id="4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0FF7EF36-2046-47F7-8227-14E80633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ADR-001 + ADR-002 accepted · ADR-003 proposed</a:t>
            </a:r>
          </a:p>
        </p:txBody>
      </p:sp>
    </p:spTree>
    <p:extLst>
      <p:ext uri="{BB962C8B-B14F-4D97-AF65-F5344CB8AC3E}">
        <p14:creationId xmlns:p14="http://schemas.microsoft.com/office/powerpoint/2010/main" val="220736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774E9D1-5D6E-44BA-8914-57A2CEB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current editor has two playback clocks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6DB7E-DFE3-42E8-8A90-96595A4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3A11D736-C773-4D6F-8855-9375955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ource-heading">
            <a:extLst xmlns:a="http://schemas.openxmlformats.org/drawingml/2006/main">
              <a:ext uri="{FF2B5EF4-FFF2-40B4-BE49-F238E27FC236}">
                <a16:creationId xmlns:a16="http://schemas.microsoft.com/office/drawing/2014/main" id="{D2BDCCFF-E81D-4E79-A00D-9AD15D93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PREVIEW</a:t>
            </a:r>
          </a:p>
        </p:txBody>
      </p:sp>
      <p:sp>
        <p:nvSpPr>
          <p:cNvPr id="5" name="source-body">
            <a:extLst xmlns:a="http://schemas.openxmlformats.org/drawingml/2006/main">
              <a:ext uri="{FF2B5EF4-FFF2-40B4-BE49-F238E27FC236}">
                <a16:creationId xmlns:a16="http://schemas.microsoft.com/office/drawing/2014/main" id="{E75AB5A9-9FEE-49FD-B9DD-4CD6786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QMediaPlayer is authoritative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Its position callbacks update EditorSession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Decoded video arrives through QVideoSink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3D38E-74DE-44E5-9BD0-8A253241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9C3E9-857C-4333-893B-7BC78C5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imeline-heading">
            <a:extLst xmlns:a="http://schemas.openxmlformats.org/drawingml/2006/main">
              <a:ext uri="{FF2B5EF4-FFF2-40B4-BE49-F238E27FC236}">
                <a16:creationId xmlns:a16="http://schemas.microsoft.com/office/drawing/2014/main" id="{709074FF-F166-4F15-B925-15A261C9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TIMELINE PREVIEW</a:t>
            </a:r>
          </a:p>
        </p:txBody>
      </p:sp>
      <p:sp>
        <p:nvSpPr>
          <p:cNvPr id="9" name="timeline-body">
            <a:extLst xmlns:a="http://schemas.openxmlformats.org/drawingml/2006/main">
              <a:ext uri="{FF2B5EF4-FFF2-40B4-BE49-F238E27FC236}">
                <a16:creationId xmlns:a16="http://schemas.microsoft.com/office/drawing/2014/main" id="{1332DE6A-42A0-47E2-9A5A-D0EB938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5143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MFC timer + EditorSession are authoritative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timer advances one timeline frame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Players follow resolved V1 and A1 sources</a:t>
            </a:r>
          </a:p>
        </p:txBody>
      </p:sp>
      <p:sp>
        <p:nvSpPr>
          <p:cNvPr id="10" name="two-clocks-takeaway">
            <a:extLst xmlns:a="http://schemas.openxmlformats.org/drawingml/2006/main">
              <a:ext uri="{FF2B5EF4-FFF2-40B4-BE49-F238E27FC236}">
                <a16:creationId xmlns:a16="http://schemas.microsoft.com/office/drawing/2014/main" id="{8D210114-E78A-446A-945C-4966CB0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meaning of “current time” changes with preview context.</a:t>
            </a:r>
          </a:p>
        </p:txBody>
      </p:sp>
    </p:spTree>
    <p:extLst>
      <p:ext uri="{BB962C8B-B14F-4D97-AF65-F5344CB8AC3E}">
        <p14:creationId xmlns:p14="http://schemas.microsoft.com/office/powerpoint/2010/main" val="390176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83E5CF8-A8A3-4F3E-BB17-400A06C9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 playback coordinates three authorities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4FE14-CCEA-4BAC-B9AD-4562DE18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A37F558-F95E-4BDE-AE01-230CFEE1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D0A53-F317-449F-95C3-34383C23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003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4DBD9-6FE0-4B13-9478-5CF0E46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83E17-2A11-49CD-81CA-CF8B91CA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03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4C4F5-54D6-48A9-AC6D-8663BD7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urrent-mfc">
            <a:extLst xmlns:a="http://schemas.openxmlformats.org/drawingml/2006/main">
              <a:ext uri="{FF2B5EF4-FFF2-40B4-BE49-F238E27FC236}">
                <a16:creationId xmlns:a16="http://schemas.microsoft.com/office/drawing/2014/main" id="{51D8ACAE-53EF-4932-8B04-D1B5066F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MFC timer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33 ms cadence</a:t>
            </a:r>
          </a:p>
        </p:txBody>
      </p:sp>
      <p:sp>
        <p:nvSpPr>
          <p:cNvPr id="9" name="current-session">
            <a:extLst xmlns:a="http://schemas.openxmlformats.org/drawingml/2006/main">
              <a:ext uri="{FF2B5EF4-FFF2-40B4-BE49-F238E27FC236}">
                <a16:creationId xmlns:a16="http://schemas.microsoft.com/office/drawing/2014/main" id="{7DA44228-8236-435B-918C-69534162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527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EditorSession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 head</a:t>
            </a:r>
          </a:p>
        </p:txBody>
      </p:sp>
      <p:sp>
        <p:nvSpPr>
          <p:cNvPr id="10" name="current-resolver">
            <a:extLst xmlns:a="http://schemas.openxmlformats.org/drawingml/2006/main">
              <a:ext uri="{FF2B5EF4-FFF2-40B4-BE49-F238E27FC236}">
                <a16:creationId xmlns:a16="http://schemas.microsoft.com/office/drawing/2014/main" id="{5BB21C0F-B35A-412D-882B-5D1E2C58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resolver</a:t>
            </a:r>
          </a:p>
        </p:txBody>
      </p:sp>
      <p:sp>
        <p:nvSpPr>
          <p:cNvPr id="11" name="current-players">
            <a:extLst xmlns:a="http://schemas.openxmlformats.org/drawingml/2006/main">
              <a:ext uri="{FF2B5EF4-FFF2-40B4-BE49-F238E27FC236}">
                <a16:creationId xmlns:a16="http://schemas.microsoft.com/office/drawing/2014/main" id="{ACCADD01-7B4C-46EF-8A41-8D8B990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V1 player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A1 player</a:t>
            </a:r>
          </a:p>
        </p:txBody>
      </p:sp>
      <p:sp>
        <p:nvSpPr>
          <p:cNvPr id="12" name="current-output">
            <a:extLst xmlns:a="http://schemas.openxmlformats.org/drawingml/2006/main">
              <a:ext uri="{FF2B5EF4-FFF2-40B4-BE49-F238E27FC236}">
                <a16:creationId xmlns:a16="http://schemas.microsoft.com/office/drawing/2014/main" id="{BFE55502-D479-4532-9791-E37690A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527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audio output</a:t>
            </a:r>
          </a:p>
        </p:txBody>
      </p:sp>
      <p:sp>
        <p:nvSpPr>
          <p:cNvPr id="13" name="authority-label-1">
            <a:extLst xmlns:a="http://schemas.openxmlformats.org/drawingml/2006/main">
              <a:ext uri="{FF2B5EF4-FFF2-40B4-BE49-F238E27FC236}">
                <a16:creationId xmlns:a16="http://schemas.microsoft.com/office/drawing/2014/main" id="{ADD3F5B5-89D0-4634-B7B8-5E62992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clock</a:t>
            </a:r>
          </a:p>
        </p:txBody>
      </p:sp>
      <p:sp>
        <p:nvSpPr>
          <p:cNvPr id="14" name="authority-label-2">
            <a:extLst xmlns:a="http://schemas.openxmlformats.org/drawingml/2006/main">
              <a:ext uri="{FF2B5EF4-FFF2-40B4-BE49-F238E27FC236}">
                <a16:creationId xmlns:a16="http://schemas.microsoft.com/office/drawing/2014/main" id="{8FC2B4BF-C82C-4AD3-B53A-6B574E25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5" name="authority-label-3">
            <a:extLst xmlns:a="http://schemas.openxmlformats.org/drawingml/2006/main">
              <a:ext uri="{FF2B5EF4-FFF2-40B4-BE49-F238E27FC236}">
                <a16:creationId xmlns:a16="http://schemas.microsoft.com/office/drawing/2014/main" id="{B932EC3F-6955-4997-B747-EAD38E3D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media clocks</a:t>
            </a:r>
          </a:p>
        </p:txBody>
      </p:sp>
      <p:sp>
        <p:nvSpPr>
          <p:cNvPr id="16" name="current-flow-takeaway">
            <a:extLst xmlns:a="http://schemas.openxmlformats.org/drawingml/2006/main">
              <a:ext uri="{FF2B5EF4-FFF2-40B4-BE49-F238E27FC236}">
                <a16:creationId xmlns:a16="http://schemas.microsoft.com/office/drawing/2014/main" id="{ED1ED37C-09DD-4DBB-92D2-58CE80E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435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They begin from related positions, but no master clock measures drift.</a:t>
            </a:r>
          </a:p>
        </p:txBody>
      </p:sp>
    </p:spTree>
    <p:extLst>
      <p:ext uri="{BB962C8B-B14F-4D97-AF65-F5344CB8AC3E}">
        <p14:creationId xmlns:p14="http://schemas.microsoft.com/office/powerpoint/2010/main" val="83150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BE0BFBC-613D-4BB4-BD21-BD5206BC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playback session is the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A054C-0745-41B0-A25D-6F1D8869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3E1A74BE-0C25-49EA-81AA-4A1F576C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DB866-BD84-45A4-9A7B-2B0BBAD3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36BAC-33D6-426E-848C-1AAE6817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C8B1A-95A0-4802-BFF5-ED948EB4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908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CA670-283F-4DCC-9A26-DAE7AAF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00773-2DA2-4DF3-8C50-9A17AFDD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908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arget-snapshot">
            <a:extLst xmlns:a="http://schemas.openxmlformats.org/drawingml/2006/main">
              <a:ext uri="{FF2B5EF4-FFF2-40B4-BE49-F238E27FC236}">
                <a16:creationId xmlns:a16="http://schemas.microsoft.com/office/drawing/2014/main" id="{E132AA74-119C-47C6-87E6-EF655A7E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Immutable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snapshot</a:t>
            </a:r>
          </a:p>
        </p:txBody>
      </p:sp>
      <p:sp>
        <p:nvSpPr>
          <p:cNvPr id="10" name="target-resolver">
            <a:extLst xmlns:a="http://schemas.openxmlformats.org/drawingml/2006/main">
              <a:ext uri="{FF2B5EF4-FFF2-40B4-BE49-F238E27FC236}">
                <a16:creationId xmlns:a16="http://schemas.microsoft.com/office/drawing/2014/main" id="{9076FF78-C69F-4725-9D55-10BA44C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Timeline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resolver</a:t>
            </a:r>
          </a:p>
        </p:txBody>
      </p:sp>
      <p:sp>
        <p:nvSpPr>
          <p:cNvPr id="11" name="target-decode">
            <a:extLst xmlns:a="http://schemas.openxmlformats.org/drawingml/2006/main">
              <a:ext uri="{FF2B5EF4-FFF2-40B4-BE49-F238E27FC236}">
                <a16:creationId xmlns:a16="http://schemas.microsoft.com/office/drawing/2014/main" id="{C2C0CCF0-C115-465C-B0BE-DB3CC0B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 video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audio decode</a:t>
            </a:r>
          </a:p>
        </p:txBody>
      </p:sp>
      <p:sp>
        <p:nvSpPr>
          <p:cNvPr id="12" name="target-scheduler">
            <a:extLst xmlns:a="http://schemas.openxmlformats.org/drawingml/2006/main">
              <a:ext uri="{FF2B5EF4-FFF2-40B4-BE49-F238E27FC236}">
                <a16:creationId xmlns:a16="http://schemas.microsoft.com/office/drawing/2014/main" id="{E90819B5-3213-4671-A4BC-C91ED0F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Scheduler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 master clock</a:t>
            </a:r>
          </a:p>
        </p:txBody>
      </p:sp>
      <p:sp>
        <p:nvSpPr>
          <p:cNvPr id="13" name="target-compositor">
            <a:extLst xmlns:a="http://schemas.openxmlformats.org/drawingml/2006/main">
              <a:ext uri="{FF2B5EF4-FFF2-40B4-BE49-F238E27FC236}">
                <a16:creationId xmlns:a16="http://schemas.microsoft.com/office/drawing/2014/main" id="{6D189BE3-0A7A-49F1-9A2C-270A891E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Compositor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frame queue</a:t>
            </a:r>
          </a:p>
        </p:txBody>
      </p:sp>
      <p:sp>
        <p:nvSpPr>
          <p:cNvPr id="14" name="target-output">
            <a:extLst xmlns:a="http://schemas.openxmlformats.org/drawingml/2006/main">
              <a:ext uri="{FF2B5EF4-FFF2-40B4-BE49-F238E27FC236}">
                <a16:creationId xmlns:a16="http://schemas.microsoft.com/office/drawing/2014/main" id="{2E356339-4BAC-49DB-8058-A5E3563E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Preview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+ audio output</a:t>
            </a:r>
          </a:p>
        </p:txBody>
      </p:sp>
      <p:sp>
        <p:nvSpPr>
          <p:cNvPr id="15" name="target-takeaway">
            <a:extLst xmlns:a="http://schemas.openxmlformats.org/drawingml/2006/main">
              <a:ext uri="{FF2B5EF4-FFF2-40B4-BE49-F238E27FC236}">
                <a16:creationId xmlns:a16="http://schemas.microsoft.com/office/drawing/2014/main" id="{D8FC3A78-54FB-475D-839E-2DE37EDC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UI focus may request playback; it never defines transport identity.</a:t>
            </a:r>
          </a:p>
        </p:txBody>
      </p:sp>
    </p:spTree>
    <p:extLst>
      <p:ext uri="{BB962C8B-B14F-4D97-AF65-F5344CB8AC3E}">
        <p14:creationId xmlns:p14="http://schemas.microsoft.com/office/powerpoint/2010/main" val="1208636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A14D27E-0B2E-4A67-9733-B580C76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design decision must answer four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A24A-AC53-4984-80FE-4C80614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1E9F118-7AB7-4B30-BB8D-B522EB4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lens-ownership-title">
            <a:extLst xmlns:a="http://schemas.openxmlformats.org/drawingml/2006/main">
              <a:ext uri="{FF2B5EF4-FFF2-40B4-BE49-F238E27FC236}">
                <a16:creationId xmlns:a16="http://schemas.microsoft.com/office/drawing/2014/main" id="{E861B54C-D306-418C-BD7B-F64ABEF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5" name="lens-ownership-body">
            <a:extLst xmlns:a="http://schemas.openxmlformats.org/drawingml/2006/main">
              <a:ext uri="{FF2B5EF4-FFF2-40B4-BE49-F238E27FC236}">
                <a16:creationId xmlns:a16="http://schemas.microsoft.com/office/drawing/2014/main" id="{4F17BE9A-1B9C-4A50-A208-5FC4FEBB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is allowed to mutate this state?</a:t>
            </a:r>
          </a:p>
        </p:txBody>
      </p:sp>
      <p:sp>
        <p:nvSpPr>
          <p:cNvPr id="6" name="lens-authority-title">
            <a:extLst xmlns:a="http://schemas.openxmlformats.org/drawingml/2006/main">
              <a:ext uri="{FF2B5EF4-FFF2-40B4-BE49-F238E27FC236}">
                <a16:creationId xmlns:a16="http://schemas.microsoft.com/office/drawing/2014/main" id="{D7C4E810-0056-4796-B563-DF37CAA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7" name="lens-authority-body">
            <a:extLst xmlns:a="http://schemas.openxmlformats.org/drawingml/2006/main">
              <a:ext uri="{FF2B5EF4-FFF2-40B4-BE49-F238E27FC236}">
                <a16:creationId xmlns:a16="http://schemas.microsoft.com/office/drawing/2014/main" id="{6EDD8EC1-0AD6-4651-BA84-6F101BE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Whose answer wins when clocks disagree?</a:t>
            </a:r>
          </a:p>
        </p:txBody>
      </p:sp>
      <p:sp>
        <p:nvSpPr>
          <p:cNvPr id="8" name="lens-thread-title">
            <a:extLst xmlns:a="http://schemas.openxmlformats.org/drawingml/2006/main">
              <a:ext uri="{FF2B5EF4-FFF2-40B4-BE49-F238E27FC236}">
                <a16:creationId xmlns:a16="http://schemas.microsoft.com/office/drawing/2014/main" id="{E76A7AFC-A12A-4F4D-B584-5231909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THREAD AFFINITY</a:t>
            </a:r>
          </a:p>
        </p:txBody>
      </p:sp>
      <p:sp>
        <p:nvSpPr>
          <p:cNvPr id="9" name="lens-thread-body">
            <a:extLst xmlns:a="http://schemas.openxmlformats.org/drawingml/2006/main">
              <a:ext uri="{FF2B5EF4-FFF2-40B4-BE49-F238E27FC236}">
                <a16:creationId xmlns:a16="http://schemas.microsoft.com/office/drawing/2014/main" id="{20D295AD-7235-433D-A6DD-ED702FE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may this object be called and destroyed?</a:t>
            </a:r>
          </a:p>
        </p:txBody>
      </p:sp>
      <p:sp>
        <p:nvSpPr>
          <p:cNvPr id="10" name="lens-stale-title">
            <a:extLst xmlns:a="http://schemas.openxmlformats.org/drawingml/2006/main">
              <a:ext uri="{FF2B5EF4-FFF2-40B4-BE49-F238E27FC236}">
                <a16:creationId xmlns:a16="http://schemas.microsoft.com/office/drawing/2014/main" id="{331079D4-25D6-4ECD-87E2-4F0A203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STALE WORK</a:t>
            </a:r>
          </a:p>
        </p:txBody>
      </p:sp>
      <p:sp>
        <p:nvSpPr>
          <p:cNvPr id="11" name="lens-stale-body">
            <a:extLst xmlns:a="http://schemas.openxmlformats.org/drawingml/2006/main">
              <a:ext uri="{FF2B5EF4-FFF2-40B4-BE49-F238E27FC236}">
                <a16:creationId xmlns:a16="http://schemas.microsoft.com/office/drawing/2014/main" id="{3D5369FF-BC9C-40E4-894A-99536B5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is an obsolete async result rejected?</a:t>
            </a:r>
          </a:p>
        </p:txBody>
      </p:sp>
    </p:spTree>
    <p:extLst>
      <p:ext uri="{BB962C8B-B14F-4D97-AF65-F5344CB8AC3E}">
        <p14:creationId xmlns:p14="http://schemas.microsoft.com/office/powerpoint/2010/main" val="19063650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1B525D3-EC88-487B-803E-CFC0BF0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engine grows through three reviewable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6D8E9-D62C-477D-915C-68AC7F6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B1DC809D-9DF8-4914-BC3B-1C38E6A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7A133-E5EF-4180-BEEC-937EE035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D0A24-2818-432F-8C62-04265AF2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D6927-900C-4203-8DCB-1D004F6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FE1BD-9AE6-4BFE-A6B6-99FCF71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46BCD131-2940-4988-B7F2-1078508E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9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96B2C4E2-6C36-444E-B895-3C2ED503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0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C4B31627-4E21-4010-B3FE-2603CB7D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PROPOSED</a:t>
            </a:r>
          </a:p>
        </p:txBody>
      </p:sp>
      <p:sp>
        <p:nvSpPr>
          <p:cNvPr id="11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46C05D83-4D11-4A84-A469-2D2315B3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contracts</a:t>
            </a:r>
          </a:p>
        </p:txBody>
      </p:sp>
      <p:sp>
        <p:nvSpPr>
          <p:cNvPr id="12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10DEA334-8A27-4084-86BD-7204C9F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ADR-001 accepted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strong types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conversions</a:t>
            </a:r>
          </a:p>
        </p:txBody>
      </p:sp>
      <p:sp>
        <p:nvSpPr>
          <p:cNvPr id="13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4D5018C2-F602-4BB4-98B7-AC0C5C5B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Playback authority</a:t>
            </a:r>
          </a:p>
        </p:txBody>
      </p:sp>
      <p:sp>
        <p:nvSpPr>
          <p:cNvPr id="14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984A81D3-F199-4BC7-AADC-76972A3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ADR-002 accepted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transport authority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 commands + status</a:t>
            </a:r>
          </a:p>
        </p:txBody>
      </p:sp>
      <p:sp>
        <p:nvSpPr>
          <p:cNvPr id="15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B51DEF46-40A6-41B5-830E-2AEE30D8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Snapshots + frames</a:t>
            </a:r>
          </a:p>
        </p:txBody>
      </p:sp>
      <p:sp>
        <p:nvSpPr>
          <p:cNvPr id="16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9ACF73C1-5717-4E54-8FA0-BFE8F786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23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ADR-003 proposed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Immutable snapshots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Generation-gated frames</a:t>
            </a:r>
          </a:p>
        </p:txBody>
      </p:sp>
    </p:spTree>
    <p:extLst>
      <p:ext uri="{BB962C8B-B14F-4D97-AF65-F5344CB8AC3E}">
        <p14:creationId xmlns:p14="http://schemas.microsoft.com/office/powerpoint/2010/main" val="2074673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A14D27E-0B2E-4A67-9733-B580C76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identities reject three kinds of stale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0A24A-AC53-4984-80FE-4C806147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1E9F118-7AB7-4B30-BB8D-B522EB4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lens-ownership-title">
            <a:extLst xmlns:a="http://schemas.openxmlformats.org/drawingml/2006/main">
              <a:ext uri="{FF2B5EF4-FFF2-40B4-BE49-F238E27FC236}">
                <a16:creationId xmlns:a16="http://schemas.microsoft.com/office/drawing/2014/main" id="{E861B54C-D306-418C-BD7B-F64ABEFE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SNAPSHOT REVISION</a:t>
            </a:r>
          </a:p>
        </p:txBody>
      </p:sp>
      <p:sp>
        <p:nvSpPr>
          <p:cNvPr id="5" name="lens-ownership-body">
            <a:extLst xmlns:a="http://schemas.openxmlformats.org/drawingml/2006/main">
              <a:ext uri="{FF2B5EF4-FFF2-40B4-BE49-F238E27FC236}">
                <a16:creationId xmlns:a16="http://schemas.microsoft.com/office/drawing/2014/main" id="{4F17BE9A-1B9C-4A50-A208-5FC4FEBB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committed editor state does playback read?</a:t>
            </a:r>
          </a:p>
        </p:txBody>
      </p:sp>
      <p:sp>
        <p:nvSpPr>
          <p:cNvPr id="6" name="lens-authority-title">
            <a:extLst xmlns:a="http://schemas.openxmlformats.org/drawingml/2006/main">
              <a:ext uri="{FF2B5EF4-FFF2-40B4-BE49-F238E27FC236}">
                <a16:creationId xmlns:a16="http://schemas.microsoft.com/office/drawing/2014/main" id="{D7C4E810-0056-4796-B563-DF37CAA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PLAYBACK GENERATION</a:t>
            </a:r>
          </a:p>
        </p:txBody>
      </p:sp>
      <p:sp>
        <p:nvSpPr>
          <p:cNvPr id="7" name="lens-authority-body">
            <a:extLst xmlns:a="http://schemas.openxmlformats.org/drawingml/2006/main">
              <a:ext uri="{FF2B5EF4-FFF2-40B4-BE49-F238E27FC236}">
                <a16:creationId xmlns:a16="http://schemas.microsoft.com/office/drawing/2014/main" id="{6EDD8EC1-0AD6-4651-BA84-6F101BE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transport epoch may affect playback?</a:t>
            </a:r>
          </a:p>
        </p:txBody>
      </p:sp>
      <p:sp>
        <p:nvSpPr>
          <p:cNvPr id="8" name="lens-thread-title">
            <a:extLst xmlns:a="http://schemas.openxmlformats.org/drawingml/2006/main">
              <a:ext uri="{FF2B5EF4-FFF2-40B4-BE49-F238E27FC236}">
                <a16:creationId xmlns:a16="http://schemas.microsoft.com/office/drawing/2014/main" id="{E76A7AFC-A12A-4F4D-B584-5231909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PRESENTATION REQUEST</a:t>
            </a:r>
          </a:p>
        </p:txBody>
      </p:sp>
      <p:sp>
        <p:nvSpPr>
          <p:cNvPr id="9" name="lens-thread-body">
            <a:extLst xmlns:a="http://schemas.openxmlformats.org/drawingml/2006/main">
              <a:ext uri="{FF2B5EF4-FFF2-40B4-BE49-F238E27FC236}">
                <a16:creationId xmlns:a16="http://schemas.microsoft.com/office/drawing/2014/main" id="{20D295AD-7235-433D-A6DD-ED702FE9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valid frame does this viewport want now?</a:t>
            </a:r>
          </a:p>
        </p:txBody>
      </p:sp>
      <p:sp>
        <p:nvSpPr>
          <p:cNvPr id="10" name="lens-stale-title">
            <a:extLst xmlns:a="http://schemas.openxmlformats.org/drawingml/2006/main">
              <a:ext uri="{FF2B5EF4-FFF2-40B4-BE49-F238E27FC236}">
                <a16:creationId xmlns:a16="http://schemas.microsoft.com/office/drawing/2014/main" id="{331079D4-25D6-4ECD-87E2-4F0A203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ACCEPTANCE RULE</a:t>
            </a:r>
          </a:p>
        </p:txBody>
      </p:sp>
      <p:sp>
        <p:nvSpPr>
          <p:cNvPr id="11" name="lens-stale-body">
            <a:extLst xmlns:a="http://schemas.openxmlformats.org/drawingml/2006/main">
              <a:ext uri="{FF2B5EF4-FFF2-40B4-BE49-F238E27FC236}">
                <a16:creationId xmlns:a16="http://schemas.microsoft.com/office/drawing/2014/main" id="{3D5369FF-BC9C-40E4-894A-99536B5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relevant identities must still match.</a:t>
            </a:r>
          </a:p>
        </p:txBody>
      </p:sp>
    </p:spTree>
    <p:extLst>
      <p:ext uri="{BB962C8B-B14F-4D97-AF65-F5344CB8AC3E}">
        <p14:creationId xmlns:p14="http://schemas.microsoft.com/office/powerpoint/2010/main" val="1906365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2026-09-02T07:36:18.4780000Z</dcterms:created>
  <dcterms:modified xsi:type="dcterms:W3CDTF">2026-09-02T07:36:18.4780000Z</dcterms:modified>
</coreProperties>
</file>